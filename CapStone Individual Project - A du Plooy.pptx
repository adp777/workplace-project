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83" r:id="rId6"/>
    <p:sldId id="397" r:id="rId7"/>
    <p:sldId id="391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04" r:id="rId20"/>
    <p:sldId id="3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24CF0-BDAE-4992-9EEC-A20CCD0C8990}" v="11" dt="2025-12-06T14:43:44.81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du Plooy" userId="461ce79b-9841-4699-a285-c943c0b1f758" providerId="ADAL" clId="{9CC3E923-1743-4228-AE16-E708A0181D4D}"/>
    <pc:docChg chg="undo custSel addSld delSld modSld sldOrd">
      <pc:chgData name="Anton du Plooy" userId="461ce79b-9841-4699-a285-c943c0b1f758" providerId="ADAL" clId="{9CC3E923-1743-4228-AE16-E708A0181D4D}" dt="2025-12-06T14:46:28.440" v="305" actId="47"/>
      <pc:docMkLst>
        <pc:docMk/>
      </pc:docMkLst>
      <pc:sldChg chg="modSp mod">
        <pc:chgData name="Anton du Plooy" userId="461ce79b-9841-4699-a285-c943c0b1f758" providerId="ADAL" clId="{9CC3E923-1743-4228-AE16-E708A0181D4D}" dt="2025-12-06T14:34:24.322" v="10" actId="20577"/>
        <pc:sldMkLst>
          <pc:docMk/>
          <pc:sldMk cId="3346685798" sldId="383"/>
        </pc:sldMkLst>
        <pc:spChg chg="mod">
          <ac:chgData name="Anton du Plooy" userId="461ce79b-9841-4699-a285-c943c0b1f758" providerId="ADAL" clId="{9CC3E923-1743-4228-AE16-E708A0181D4D}" dt="2025-12-06T14:34:24.322" v="10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del">
        <pc:chgData name="Anton du Plooy" userId="461ce79b-9841-4699-a285-c943c0b1f758" providerId="ADAL" clId="{9CC3E923-1743-4228-AE16-E708A0181D4D}" dt="2025-12-06T14:33:49.786" v="9" actId="47"/>
        <pc:sldMkLst>
          <pc:docMk/>
          <pc:sldMk cId="1440871986" sldId="389"/>
        </pc:sldMkLst>
      </pc:sldChg>
      <pc:sldChg chg="addSp delSp modSp mod">
        <pc:chgData name="Anton du Plooy" userId="461ce79b-9841-4699-a285-c943c0b1f758" providerId="ADAL" clId="{9CC3E923-1743-4228-AE16-E708A0181D4D}" dt="2025-12-06T14:35:41.432" v="33" actId="20577"/>
        <pc:sldMkLst>
          <pc:docMk/>
          <pc:sldMk cId="3200312026" sldId="391"/>
        </pc:sldMkLst>
        <pc:spChg chg="mod">
          <ac:chgData name="Anton du Plooy" userId="461ce79b-9841-4699-a285-c943c0b1f758" providerId="ADAL" clId="{9CC3E923-1743-4228-AE16-E708A0181D4D}" dt="2025-12-06T14:34:43.246" v="12"/>
          <ac:spMkLst>
            <pc:docMk/>
            <pc:sldMk cId="3200312026" sldId="391"/>
            <ac:spMk id="3" creationId="{545D3755-C3E2-975E-DE68-CDECC4B526EC}"/>
          </ac:spMkLst>
        </pc:spChg>
        <pc:spChg chg="mod">
          <ac:chgData name="Anton du Plooy" userId="461ce79b-9841-4699-a285-c943c0b1f758" providerId="ADAL" clId="{9CC3E923-1743-4228-AE16-E708A0181D4D}" dt="2025-12-06T14:35:41.432" v="33" actId="20577"/>
          <ac:spMkLst>
            <pc:docMk/>
            <pc:sldMk cId="3200312026" sldId="391"/>
            <ac:spMk id="7" creationId="{F70BD87D-F7DA-961B-4024-A354DC87D168}"/>
          </ac:spMkLst>
        </pc:spChg>
        <pc:picChg chg="add del">
          <ac:chgData name="Anton du Plooy" userId="461ce79b-9841-4699-a285-c943c0b1f758" providerId="ADAL" clId="{9CC3E923-1743-4228-AE16-E708A0181D4D}" dt="2025-12-06T14:35:19.871" v="17" actId="22"/>
          <ac:picMkLst>
            <pc:docMk/>
            <pc:sldMk cId="3200312026" sldId="391"/>
            <ac:picMk id="4" creationId="{B36CCEB3-C4B6-1DF6-5650-A95883DA273C}"/>
          </ac:picMkLst>
        </pc:picChg>
      </pc:sldChg>
      <pc:sldChg chg="modSp mod ord">
        <pc:chgData name="Anton du Plooy" userId="461ce79b-9841-4699-a285-c943c0b1f758" providerId="ADAL" clId="{9CC3E923-1743-4228-AE16-E708A0181D4D}" dt="2025-12-06T14:34:29.834" v="11" actId="6549"/>
        <pc:sldMkLst>
          <pc:docMk/>
          <pc:sldMk cId="2039059756" sldId="397"/>
        </pc:sldMkLst>
        <pc:spChg chg="mod">
          <ac:chgData name="Anton du Plooy" userId="461ce79b-9841-4699-a285-c943c0b1f758" providerId="ADAL" clId="{9CC3E923-1743-4228-AE16-E708A0181D4D}" dt="2025-12-06T14:33:45.027" v="8"/>
          <ac:spMkLst>
            <pc:docMk/>
            <pc:sldMk cId="2039059756" sldId="397"/>
            <ac:spMk id="3" creationId="{591442CD-A26D-1761-8CE7-8BC3075BB4ED}"/>
          </ac:spMkLst>
        </pc:spChg>
        <pc:spChg chg="mod">
          <ac:chgData name="Anton du Plooy" userId="461ce79b-9841-4699-a285-c943c0b1f758" providerId="ADAL" clId="{9CC3E923-1743-4228-AE16-E708A0181D4D}" dt="2025-12-06T14:34:29.834" v="11" actId="6549"/>
          <ac:spMkLst>
            <pc:docMk/>
            <pc:sldMk cId="2039059756" sldId="397"/>
            <ac:spMk id="9" creationId="{5AB6D40A-2A0A-AF3D-8CF7-3ECD37765637}"/>
          </ac:spMkLst>
        </pc:spChg>
      </pc:sldChg>
      <pc:sldChg chg="modSp mod">
        <pc:chgData name="Anton du Plooy" userId="461ce79b-9841-4699-a285-c943c0b1f758" providerId="ADAL" clId="{9CC3E923-1743-4228-AE16-E708A0181D4D}" dt="2025-12-06T14:45:36.722" v="302" actId="20577"/>
        <pc:sldMkLst>
          <pc:docMk/>
          <pc:sldMk cId="4261132419" sldId="398"/>
        </pc:sldMkLst>
        <pc:spChg chg="mod">
          <ac:chgData name="Anton du Plooy" userId="461ce79b-9841-4699-a285-c943c0b1f758" providerId="ADAL" clId="{9CC3E923-1743-4228-AE16-E708A0181D4D}" dt="2025-12-06T14:45:36.722" v="302" actId="20577"/>
          <ac:spMkLst>
            <pc:docMk/>
            <pc:sldMk cId="4261132419" sldId="398"/>
            <ac:spMk id="3" creationId="{8BE734F0-2DDD-AF70-F13D-F9E4C1929411}"/>
          </ac:spMkLst>
        </pc:spChg>
      </pc:sldChg>
      <pc:sldChg chg="del">
        <pc:chgData name="Anton du Plooy" userId="461ce79b-9841-4699-a285-c943c0b1f758" providerId="ADAL" clId="{9CC3E923-1743-4228-AE16-E708A0181D4D}" dt="2025-12-06T14:36:14.329" v="35" actId="47"/>
        <pc:sldMkLst>
          <pc:docMk/>
          <pc:sldMk cId="752428618" sldId="403"/>
        </pc:sldMkLst>
      </pc:sldChg>
      <pc:sldChg chg="addSp delSp modSp mod ord">
        <pc:chgData name="Anton du Plooy" userId="461ce79b-9841-4699-a285-c943c0b1f758" providerId="ADAL" clId="{9CC3E923-1743-4228-AE16-E708A0181D4D}" dt="2025-12-06T14:45:07.897" v="257" actId="12"/>
        <pc:sldMkLst>
          <pc:docMk/>
          <pc:sldMk cId="1850768898" sldId="404"/>
        </pc:sldMkLst>
        <pc:spChg chg="mod">
          <ac:chgData name="Anton du Plooy" userId="461ce79b-9841-4699-a285-c943c0b1f758" providerId="ADAL" clId="{9CC3E923-1743-4228-AE16-E708A0181D4D}" dt="2025-12-06T14:44:27.261" v="250" actId="20577"/>
          <ac:spMkLst>
            <pc:docMk/>
            <pc:sldMk cId="1850768898" sldId="404"/>
            <ac:spMk id="2" creationId="{F0759DC4-8B30-98A0-5BAB-C78BA4A4AD55}"/>
          </ac:spMkLst>
        </pc:spChg>
        <pc:spChg chg="mod">
          <ac:chgData name="Anton du Plooy" userId="461ce79b-9841-4699-a285-c943c0b1f758" providerId="ADAL" clId="{9CC3E923-1743-4228-AE16-E708A0181D4D}" dt="2025-12-06T14:45:07.897" v="257" actId="12"/>
          <ac:spMkLst>
            <pc:docMk/>
            <pc:sldMk cId="1850768898" sldId="404"/>
            <ac:spMk id="3" creationId="{4096FB3A-B62C-3DAB-4FD1-B4EBDD650AEF}"/>
          </ac:spMkLst>
        </pc:spChg>
        <pc:spChg chg="del">
          <ac:chgData name="Anton du Plooy" userId="461ce79b-9841-4699-a285-c943c0b1f758" providerId="ADAL" clId="{9CC3E923-1743-4228-AE16-E708A0181D4D}" dt="2025-12-06T14:44:40.674" v="251" actId="478"/>
          <ac:spMkLst>
            <pc:docMk/>
            <pc:sldMk cId="1850768898" sldId="404"/>
            <ac:spMk id="4" creationId="{43E198AA-251D-4446-30C4-8F2FA7F6A72C}"/>
          </ac:spMkLst>
        </pc:spChg>
        <pc:spChg chg="add del mod">
          <ac:chgData name="Anton du Plooy" userId="461ce79b-9841-4699-a285-c943c0b1f758" providerId="ADAL" clId="{9CC3E923-1743-4228-AE16-E708A0181D4D}" dt="2025-12-06T14:44:43.608" v="252" actId="478"/>
          <ac:spMkLst>
            <pc:docMk/>
            <pc:sldMk cId="1850768898" sldId="404"/>
            <ac:spMk id="6" creationId="{DD415F1C-3ED8-DEB5-611E-A662916C73B6}"/>
          </ac:spMkLst>
        </pc:spChg>
      </pc:sldChg>
      <pc:sldChg chg="del ord">
        <pc:chgData name="Anton du Plooy" userId="461ce79b-9841-4699-a285-c943c0b1f758" providerId="ADAL" clId="{9CC3E923-1743-4228-AE16-E708A0181D4D}" dt="2025-12-06T14:46:28.440" v="305" actId="47"/>
        <pc:sldMkLst>
          <pc:docMk/>
          <pc:sldMk cId="4127695141" sldId="405"/>
        </pc:sldMkLst>
      </pc:sldChg>
      <pc:sldChg chg="del">
        <pc:chgData name="Anton du Plooy" userId="461ce79b-9841-4699-a285-c943c0b1f758" providerId="ADAL" clId="{9CC3E923-1743-4228-AE16-E708A0181D4D}" dt="2025-12-06T14:36:20.634" v="36" actId="47"/>
        <pc:sldMkLst>
          <pc:docMk/>
          <pc:sldMk cId="298364507" sldId="406"/>
        </pc:sldMkLst>
      </pc:sldChg>
      <pc:sldChg chg="del">
        <pc:chgData name="Anton du Plooy" userId="461ce79b-9841-4699-a285-c943c0b1f758" providerId="ADAL" clId="{9CC3E923-1743-4228-AE16-E708A0181D4D}" dt="2025-12-06T14:42:43.040" v="205" actId="47"/>
        <pc:sldMkLst>
          <pc:docMk/>
          <pc:sldMk cId="3088225330" sldId="407"/>
        </pc:sldMkLst>
      </pc:sldChg>
      <pc:sldChg chg="del">
        <pc:chgData name="Anton du Plooy" userId="461ce79b-9841-4699-a285-c943c0b1f758" providerId="ADAL" clId="{9CC3E923-1743-4228-AE16-E708A0181D4D}" dt="2025-12-06T14:36:08.696" v="34" actId="47"/>
        <pc:sldMkLst>
          <pc:docMk/>
          <pc:sldMk cId="888484295" sldId="408"/>
        </pc:sldMkLst>
      </pc:sldChg>
      <pc:sldChg chg="del">
        <pc:chgData name="Anton du Plooy" userId="461ce79b-9841-4699-a285-c943c0b1f758" providerId="ADAL" clId="{9CC3E923-1743-4228-AE16-E708A0181D4D}" dt="2025-12-06T14:33:14.176" v="4" actId="47"/>
        <pc:sldMkLst>
          <pc:docMk/>
          <pc:sldMk cId="2249372667" sldId="409"/>
        </pc:sldMkLst>
      </pc:sldChg>
      <pc:sldChg chg="modSp add mod">
        <pc:chgData name="Anton du Plooy" userId="461ce79b-9841-4699-a285-c943c0b1f758" providerId="ADAL" clId="{9CC3E923-1743-4228-AE16-E708A0181D4D}" dt="2025-12-06T14:36:40.701" v="46" actId="20577"/>
        <pc:sldMkLst>
          <pc:docMk/>
          <pc:sldMk cId="2669445873" sldId="411"/>
        </pc:sldMkLst>
        <pc:spChg chg="mod">
          <ac:chgData name="Anton du Plooy" userId="461ce79b-9841-4699-a285-c943c0b1f758" providerId="ADAL" clId="{9CC3E923-1743-4228-AE16-E708A0181D4D}" dt="2025-12-06T14:36:40.701" v="46" actId="20577"/>
          <ac:spMkLst>
            <pc:docMk/>
            <pc:sldMk cId="2669445873" sldId="411"/>
            <ac:spMk id="3" creationId="{2F3C6BDA-58FD-B9B5-97F6-3E3BC82E4485}"/>
          </ac:spMkLst>
        </pc:spChg>
        <pc:spChg chg="mod">
          <ac:chgData name="Anton du Plooy" userId="461ce79b-9841-4699-a285-c943c0b1f758" providerId="ADAL" clId="{9CC3E923-1743-4228-AE16-E708A0181D4D}" dt="2025-12-06T14:36:35.724" v="38"/>
          <ac:spMkLst>
            <pc:docMk/>
            <pc:sldMk cId="2669445873" sldId="411"/>
            <ac:spMk id="9" creationId="{97AF8AC4-0210-E786-7F92-FFBE289AF5EF}"/>
          </ac:spMkLst>
        </pc:spChg>
      </pc:sldChg>
      <pc:sldChg chg="modSp add mod">
        <pc:chgData name="Anton du Plooy" userId="461ce79b-9841-4699-a285-c943c0b1f758" providerId="ADAL" clId="{9CC3E923-1743-4228-AE16-E708A0181D4D}" dt="2025-12-06T14:37:39.959" v="54"/>
        <pc:sldMkLst>
          <pc:docMk/>
          <pc:sldMk cId="929307156" sldId="412"/>
        </pc:sldMkLst>
        <pc:spChg chg="mod">
          <ac:chgData name="Anton du Plooy" userId="461ce79b-9841-4699-a285-c943c0b1f758" providerId="ADAL" clId="{9CC3E923-1743-4228-AE16-E708A0181D4D}" dt="2025-12-06T14:36:50.323" v="47"/>
          <ac:spMkLst>
            <pc:docMk/>
            <pc:sldMk cId="929307156" sldId="412"/>
            <ac:spMk id="3" creationId="{DD016805-354A-2890-B445-14A56D333D28}"/>
          </ac:spMkLst>
        </pc:spChg>
        <pc:spChg chg="mod">
          <ac:chgData name="Anton du Plooy" userId="461ce79b-9841-4699-a285-c943c0b1f758" providerId="ADAL" clId="{9CC3E923-1743-4228-AE16-E708A0181D4D}" dt="2025-12-06T14:37:39.959" v="54"/>
          <ac:spMkLst>
            <pc:docMk/>
            <pc:sldMk cId="929307156" sldId="412"/>
            <ac:spMk id="7" creationId="{44FE9C33-B32A-43D7-80B8-87CA68D43DDC}"/>
          </ac:spMkLst>
        </pc:spChg>
      </pc:sldChg>
      <pc:sldChg chg="modSp add mod">
        <pc:chgData name="Anton du Plooy" userId="461ce79b-9841-4699-a285-c943c0b1f758" providerId="ADAL" clId="{9CC3E923-1743-4228-AE16-E708A0181D4D}" dt="2025-12-06T14:38:16.534" v="57"/>
        <pc:sldMkLst>
          <pc:docMk/>
          <pc:sldMk cId="329619493" sldId="413"/>
        </pc:sldMkLst>
        <pc:spChg chg="mod">
          <ac:chgData name="Anton du Plooy" userId="461ce79b-9841-4699-a285-c943c0b1f758" providerId="ADAL" clId="{9CC3E923-1743-4228-AE16-E708A0181D4D}" dt="2025-12-06T14:38:16.534" v="57"/>
          <ac:spMkLst>
            <pc:docMk/>
            <pc:sldMk cId="329619493" sldId="413"/>
            <ac:spMk id="3" creationId="{A6CCD106-BF1D-BBDD-76D8-1207C3464BC4}"/>
          </ac:spMkLst>
        </pc:spChg>
        <pc:spChg chg="mod">
          <ac:chgData name="Anton du Plooy" userId="461ce79b-9841-4699-a285-c943c0b1f758" providerId="ADAL" clId="{9CC3E923-1743-4228-AE16-E708A0181D4D}" dt="2025-12-06T14:38:06.959" v="56"/>
          <ac:spMkLst>
            <pc:docMk/>
            <pc:sldMk cId="329619493" sldId="413"/>
            <ac:spMk id="9" creationId="{ACF56F20-5BB0-85C6-281D-58597D754686}"/>
          </ac:spMkLst>
        </pc:spChg>
      </pc:sldChg>
      <pc:sldChg chg="modSp add mod">
        <pc:chgData name="Anton du Plooy" userId="461ce79b-9841-4699-a285-c943c0b1f758" providerId="ADAL" clId="{9CC3E923-1743-4228-AE16-E708A0181D4D}" dt="2025-12-06T14:39:13.626" v="82"/>
        <pc:sldMkLst>
          <pc:docMk/>
          <pc:sldMk cId="2355160391" sldId="414"/>
        </pc:sldMkLst>
        <pc:spChg chg="mod">
          <ac:chgData name="Anton du Plooy" userId="461ce79b-9841-4699-a285-c943c0b1f758" providerId="ADAL" clId="{9CC3E923-1743-4228-AE16-E708A0181D4D}" dt="2025-12-06T14:38:31.311" v="75" actId="20577"/>
          <ac:spMkLst>
            <pc:docMk/>
            <pc:sldMk cId="2355160391" sldId="414"/>
            <ac:spMk id="3" creationId="{6DD4F1A6-71E9-EB6B-D701-30DB1C98C948}"/>
          </ac:spMkLst>
        </pc:spChg>
        <pc:spChg chg="mod">
          <ac:chgData name="Anton du Plooy" userId="461ce79b-9841-4699-a285-c943c0b1f758" providerId="ADAL" clId="{9CC3E923-1743-4228-AE16-E708A0181D4D}" dt="2025-12-06T14:39:13.626" v="82"/>
          <ac:spMkLst>
            <pc:docMk/>
            <pc:sldMk cId="2355160391" sldId="414"/>
            <ac:spMk id="7" creationId="{58FB8742-5C94-EAE6-9DAF-1206B14C52D7}"/>
          </ac:spMkLst>
        </pc:spChg>
      </pc:sldChg>
      <pc:sldChg chg="modSp add mod">
        <pc:chgData name="Anton du Plooy" userId="461ce79b-9841-4699-a285-c943c0b1f758" providerId="ADAL" clId="{9CC3E923-1743-4228-AE16-E708A0181D4D}" dt="2025-12-06T14:39:47.464" v="127" actId="20577"/>
        <pc:sldMkLst>
          <pc:docMk/>
          <pc:sldMk cId="3450888200" sldId="415"/>
        </pc:sldMkLst>
        <pc:spChg chg="mod">
          <ac:chgData name="Anton du Plooy" userId="461ce79b-9841-4699-a285-c943c0b1f758" providerId="ADAL" clId="{9CC3E923-1743-4228-AE16-E708A0181D4D}" dt="2025-12-06T14:39:47.464" v="127" actId="20577"/>
          <ac:spMkLst>
            <pc:docMk/>
            <pc:sldMk cId="3450888200" sldId="415"/>
            <ac:spMk id="3" creationId="{EDC9B312-C201-78DD-3154-22295E3D0B95}"/>
          </ac:spMkLst>
        </pc:spChg>
        <pc:spChg chg="mod">
          <ac:chgData name="Anton du Plooy" userId="461ce79b-9841-4699-a285-c943c0b1f758" providerId="ADAL" clId="{9CC3E923-1743-4228-AE16-E708A0181D4D}" dt="2025-12-06T14:39:37.148" v="98" actId="20577"/>
          <ac:spMkLst>
            <pc:docMk/>
            <pc:sldMk cId="3450888200" sldId="415"/>
            <ac:spMk id="9" creationId="{4823806F-06E0-0A6E-E91B-35B473BCB2DB}"/>
          </ac:spMkLst>
        </pc:spChg>
      </pc:sldChg>
      <pc:sldChg chg="modSp add mod">
        <pc:chgData name="Anton du Plooy" userId="461ce79b-9841-4699-a285-c943c0b1f758" providerId="ADAL" clId="{9CC3E923-1743-4228-AE16-E708A0181D4D}" dt="2025-12-06T14:40:37.655" v="153" actId="20577"/>
        <pc:sldMkLst>
          <pc:docMk/>
          <pc:sldMk cId="1507925668" sldId="416"/>
        </pc:sldMkLst>
        <pc:spChg chg="mod">
          <ac:chgData name="Anton du Plooy" userId="461ce79b-9841-4699-a285-c943c0b1f758" providerId="ADAL" clId="{9CC3E923-1743-4228-AE16-E708A0181D4D}" dt="2025-12-06T14:40:01.296" v="145" actId="20577"/>
          <ac:spMkLst>
            <pc:docMk/>
            <pc:sldMk cId="1507925668" sldId="416"/>
            <ac:spMk id="3" creationId="{6B75A38F-7C95-D155-E880-7CBCC7958DD0}"/>
          </ac:spMkLst>
        </pc:spChg>
        <pc:spChg chg="mod">
          <ac:chgData name="Anton du Plooy" userId="461ce79b-9841-4699-a285-c943c0b1f758" providerId="ADAL" clId="{9CC3E923-1743-4228-AE16-E708A0181D4D}" dt="2025-12-06T14:40:37.655" v="153" actId="20577"/>
          <ac:spMkLst>
            <pc:docMk/>
            <pc:sldMk cId="1507925668" sldId="416"/>
            <ac:spMk id="7" creationId="{911D2D84-E6A1-F5D1-A100-0D5462C52A65}"/>
          </ac:spMkLst>
        </pc:spChg>
      </pc:sldChg>
      <pc:sldChg chg="addSp delSp modSp add mod">
        <pc:chgData name="Anton du Plooy" userId="461ce79b-9841-4699-a285-c943c0b1f758" providerId="ADAL" clId="{9CC3E923-1743-4228-AE16-E708A0181D4D}" dt="2025-12-06T14:41:46.104" v="180" actId="22"/>
        <pc:sldMkLst>
          <pc:docMk/>
          <pc:sldMk cId="1607296073" sldId="417"/>
        </pc:sldMkLst>
        <pc:spChg chg="add mod">
          <ac:chgData name="Anton du Plooy" userId="461ce79b-9841-4699-a285-c943c0b1f758" providerId="ADAL" clId="{9CC3E923-1743-4228-AE16-E708A0181D4D}" dt="2025-12-06T14:41:37.816" v="178"/>
          <ac:spMkLst>
            <pc:docMk/>
            <pc:sldMk cId="1607296073" sldId="417"/>
            <ac:spMk id="2" creationId="{A440F5E0-BE4D-2F26-AAC8-9C9CA3A147F3}"/>
          </ac:spMkLst>
        </pc:spChg>
        <pc:spChg chg="mod">
          <ac:chgData name="Anton du Plooy" userId="461ce79b-9841-4699-a285-c943c0b1f758" providerId="ADAL" clId="{9CC3E923-1743-4228-AE16-E708A0181D4D}" dt="2025-12-06T14:40:52.511" v="165" actId="20577"/>
          <ac:spMkLst>
            <pc:docMk/>
            <pc:sldMk cId="1607296073" sldId="417"/>
            <ac:spMk id="3" creationId="{28000530-808E-100C-F9D1-63E191D693F0}"/>
          </ac:spMkLst>
        </pc:spChg>
        <pc:spChg chg="add del">
          <ac:chgData name="Anton du Plooy" userId="461ce79b-9841-4699-a285-c943c0b1f758" providerId="ADAL" clId="{9CC3E923-1743-4228-AE16-E708A0181D4D}" dt="2025-12-06T14:41:46.104" v="180" actId="22"/>
          <ac:spMkLst>
            <pc:docMk/>
            <pc:sldMk cId="1607296073" sldId="417"/>
            <ac:spMk id="5" creationId="{73BA2B77-70F9-5BD9-9994-F27B4FA28383}"/>
          </ac:spMkLst>
        </pc:spChg>
        <pc:spChg chg="mod">
          <ac:chgData name="Anton du Plooy" userId="461ce79b-9841-4699-a285-c943c0b1f758" providerId="ADAL" clId="{9CC3E923-1743-4228-AE16-E708A0181D4D}" dt="2025-12-06T14:41:34.856" v="176" actId="20577"/>
          <ac:spMkLst>
            <pc:docMk/>
            <pc:sldMk cId="1607296073" sldId="417"/>
            <ac:spMk id="7" creationId="{67D60840-1AF9-24BA-8383-5517AA76D6B7}"/>
          </ac:spMkLst>
        </pc:spChg>
      </pc:sldChg>
      <pc:sldChg chg="modSp add mod">
        <pc:chgData name="Anton du Plooy" userId="461ce79b-9841-4699-a285-c943c0b1f758" providerId="ADAL" clId="{9CC3E923-1743-4228-AE16-E708A0181D4D}" dt="2025-12-06T14:42:28.530" v="203"/>
        <pc:sldMkLst>
          <pc:docMk/>
          <pc:sldMk cId="2543543980" sldId="418"/>
        </pc:sldMkLst>
        <pc:spChg chg="mod">
          <ac:chgData name="Anton du Plooy" userId="461ce79b-9841-4699-a285-c943c0b1f758" providerId="ADAL" clId="{9CC3E923-1743-4228-AE16-E708A0181D4D}" dt="2025-12-06T14:41:56.183" v="199" actId="20577"/>
          <ac:spMkLst>
            <pc:docMk/>
            <pc:sldMk cId="2543543980" sldId="418"/>
            <ac:spMk id="3" creationId="{3D64CEDB-7478-7A6E-60C9-E5FCE6FF1B92}"/>
          </ac:spMkLst>
        </pc:spChg>
        <pc:spChg chg="mod">
          <ac:chgData name="Anton du Plooy" userId="461ce79b-9841-4699-a285-c943c0b1f758" providerId="ADAL" clId="{9CC3E923-1743-4228-AE16-E708A0181D4D}" dt="2025-12-06T14:42:28.530" v="203"/>
          <ac:spMkLst>
            <pc:docMk/>
            <pc:sldMk cId="2543543980" sldId="418"/>
            <ac:spMk id="7" creationId="{3954A10D-EFA2-6DA4-D888-A6927458CDA9}"/>
          </ac:spMkLst>
        </pc:spChg>
      </pc:sldChg>
      <pc:sldChg chg="modSp add mod">
        <pc:chgData name="Anton du Plooy" userId="461ce79b-9841-4699-a285-c943c0b1f758" providerId="ADAL" clId="{9CC3E923-1743-4228-AE16-E708A0181D4D}" dt="2025-12-06T14:43:17.356" v="209" actId="20577"/>
        <pc:sldMkLst>
          <pc:docMk/>
          <pc:sldMk cId="2228953409" sldId="419"/>
        </pc:sldMkLst>
        <pc:spChg chg="mod">
          <ac:chgData name="Anton du Plooy" userId="461ce79b-9841-4699-a285-c943c0b1f758" providerId="ADAL" clId="{9CC3E923-1743-4228-AE16-E708A0181D4D}" dt="2025-12-06T14:43:17.356" v="209" actId="20577"/>
          <ac:spMkLst>
            <pc:docMk/>
            <pc:sldMk cId="2228953409" sldId="419"/>
            <ac:spMk id="3" creationId="{C1466BFA-A829-AAF9-50AA-6A4FFED0231B}"/>
          </ac:spMkLst>
        </pc:spChg>
        <pc:spChg chg="mod">
          <ac:chgData name="Anton du Plooy" userId="461ce79b-9841-4699-a285-c943c0b1f758" providerId="ADAL" clId="{9CC3E923-1743-4228-AE16-E708A0181D4D}" dt="2025-12-06T14:42:57.898" v="206"/>
          <ac:spMkLst>
            <pc:docMk/>
            <pc:sldMk cId="2228953409" sldId="419"/>
            <ac:spMk id="9" creationId="{C36C1659-417A-A810-9628-58DB0AA00148}"/>
          </ac:spMkLst>
        </pc:spChg>
      </pc:sldChg>
      <pc:sldChg chg="modSp add mod">
        <pc:chgData name="Anton du Plooy" userId="461ce79b-9841-4699-a285-c943c0b1f758" providerId="ADAL" clId="{9CC3E923-1743-4228-AE16-E708A0181D4D}" dt="2025-12-06T14:43:42.144" v="222" actId="20577"/>
        <pc:sldMkLst>
          <pc:docMk/>
          <pc:sldMk cId="1505443238" sldId="420"/>
        </pc:sldMkLst>
        <pc:spChg chg="mod">
          <ac:chgData name="Anton du Plooy" userId="461ce79b-9841-4699-a285-c943c0b1f758" providerId="ADAL" clId="{9CC3E923-1743-4228-AE16-E708A0181D4D}" dt="2025-12-06T14:43:42.144" v="222" actId="20577"/>
          <ac:spMkLst>
            <pc:docMk/>
            <pc:sldMk cId="1505443238" sldId="420"/>
            <ac:spMk id="3" creationId="{5B1A2B46-8C5A-0436-6EFE-FEC183D47E84}"/>
          </ac:spMkLst>
        </pc:spChg>
        <pc:spChg chg="mod">
          <ac:chgData name="Anton du Plooy" userId="461ce79b-9841-4699-a285-c943c0b1f758" providerId="ADAL" clId="{9CC3E923-1743-4228-AE16-E708A0181D4D}" dt="2025-12-06T14:43:37.016" v="211"/>
          <ac:spMkLst>
            <pc:docMk/>
            <pc:sldMk cId="1505443238" sldId="420"/>
            <ac:spMk id="7" creationId="{F02FF97C-653D-87F2-22B9-AF2F4FB0DFAC}"/>
          </ac:spMkLst>
        </pc:spChg>
      </pc:sldChg>
      <pc:sldChg chg="modSp add mod">
        <pc:chgData name="Anton du Plooy" userId="461ce79b-9841-4699-a285-c943c0b1f758" providerId="ADAL" clId="{9CC3E923-1743-4228-AE16-E708A0181D4D}" dt="2025-12-06T14:44:12.282" v="238"/>
        <pc:sldMkLst>
          <pc:docMk/>
          <pc:sldMk cId="3032844107" sldId="421"/>
        </pc:sldMkLst>
        <pc:spChg chg="mod">
          <ac:chgData name="Anton du Plooy" userId="461ce79b-9841-4699-a285-c943c0b1f758" providerId="ADAL" clId="{9CC3E923-1743-4228-AE16-E708A0181D4D}" dt="2025-12-06T14:43:48.030" v="234" actId="20577"/>
          <ac:spMkLst>
            <pc:docMk/>
            <pc:sldMk cId="3032844107" sldId="421"/>
            <ac:spMk id="3" creationId="{F7AA5CDD-F394-1E56-CB22-90D198076F14}"/>
          </ac:spMkLst>
        </pc:spChg>
        <pc:spChg chg="mod">
          <ac:chgData name="Anton du Plooy" userId="461ce79b-9841-4699-a285-c943c0b1f758" providerId="ADAL" clId="{9CC3E923-1743-4228-AE16-E708A0181D4D}" dt="2025-12-06T14:44:12.282" v="238"/>
          <ac:spMkLst>
            <pc:docMk/>
            <pc:sldMk cId="3032844107" sldId="421"/>
            <ac:spMk id="7" creationId="{C2962065-2232-F723-FF1A-58A91640984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FE8E-99AB-D207-2B93-65645808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0907-D30E-97FD-F1C9-A556CA630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4C34F-F257-DB5F-ED80-A7678B6FF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A0086-10B3-C5B1-F656-FF5549BED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08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F99C-B70E-14D0-F33F-E23B26C4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C6309-24FF-7A8F-B9CC-96373A09A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547B4-167B-EC29-AA67-F2B378180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C0CCA-375C-E368-1BE5-4D120432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44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CA48-830A-63C1-ACC9-F4E359A0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1A125-E8F7-7F70-DC3B-D880A28B0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FF767-08B4-453E-6F02-16BE4C675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C0E5-90CB-CFF1-4557-3880684BF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44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E11E-381E-A41C-3DC0-CC8826CF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DE24-3C27-4960-419D-77CE65E3C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2EAE-5F1F-226D-260C-96FB993B4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46C3A-AA79-1267-225D-30A72A4F6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0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FC65-9120-1F09-2D2A-DA0AC6252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ECC1A-A9C0-EB60-8CBB-9F1FD4816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11DAC-4224-C4C2-3A26-DCAB96918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32B96-B4C4-FA09-9015-171890E1A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792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CE9CB-EB1B-E0E2-D3D8-22A8F363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81FE4-1783-E9DE-F0C1-088386DAE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18859-4CC1-D746-F884-B2A142DD0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4583C-9972-AED5-F7CD-455D60556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62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FBDC-529B-ED4A-C3D3-880D6C2F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3CADE-1FEF-E230-55CB-A996B7201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F1E23-824A-0A78-CCDF-730B504BD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4CE2-3B37-6644-26A8-CD7E28F12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21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42AF-CDC5-56CD-AA53-154DD76B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C5F92-CAB7-847B-30D2-9D1D4F03B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51E57-6B18-5CFA-BBA7-E90B34F49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C70EE-F3F5-1B3A-4AD5-9C6D794B6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6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827C-6370-3527-8EC0-A80F10F4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39AE6-94BB-F9FA-BB4F-D8423EBBA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E4B4B-795B-5B2E-F98A-0F899E7B6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07247-8024-3C3A-3B88-417C63B32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84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075F-29D0-7DB1-FBA4-453264CA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0478E-AAFB-DA93-6BBD-1DAC7E626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EC56A-8E9C-5234-AA82-605240B5F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C888-944A-E112-ADCE-8335C81F6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06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C030-BDA8-BC9A-8E8B-3DC55CF0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F00D4-A360-2097-59C9-D0AD759BD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513B1-4CE3-594B-3C2A-A45D7901A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C926B-6B75-4E27-FBEF-A8F00CC8A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28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sz="4400" dirty="0" err="1"/>
              <a:t>CapStone</a:t>
            </a:r>
            <a:r>
              <a:rPr lang="en-US" sz="4400" dirty="0"/>
              <a:t> Individual Project</a:t>
            </a:r>
            <a:br>
              <a:rPr lang="en-US" dirty="0"/>
            </a:br>
            <a:r>
              <a:rPr lang="en-US" sz="3200" dirty="0"/>
              <a:t>Anton du Plooy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Background </a:t>
            </a:r>
          </a:p>
          <a:p>
            <a:r>
              <a:rPr lang="en-US" dirty="0"/>
              <a:t>Data and problem framing</a:t>
            </a:r>
          </a:p>
          <a:p>
            <a:r>
              <a:rPr lang="en-US" dirty="0"/>
              <a:t>Exploratory Data Analysis (EDA)</a:t>
            </a:r>
          </a:p>
          <a:p>
            <a:r>
              <a:rPr lang="en-US" dirty="0"/>
              <a:t>Final model and insights</a:t>
            </a:r>
          </a:p>
          <a:p>
            <a:r>
              <a:rPr lang="en-US" dirty="0"/>
              <a:t>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industry in Africa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Insurance industry in Africa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Small share of global insured catastrophe losses despite large population</a:t>
            </a:r>
          </a:p>
          <a:p>
            <a:r>
              <a:rPr lang="en-US" dirty="0"/>
              <a:t>Challenges: affordability, limited insurance knowledge, high unemployment and underinsurance</a:t>
            </a:r>
          </a:p>
          <a:p>
            <a:r>
              <a:rPr lang="en-US" dirty="0"/>
              <a:t>Goal: build a data-driven fraud detection prototype on an insurance claims dataset.</a:t>
            </a:r>
          </a:p>
          <a:p>
            <a:r>
              <a:rPr lang="en-US" dirty="0"/>
              <a:t>Purpose: To support more effective risk management and fraud investigation in an insurance setting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0588-7D52-0B11-0924-B162080C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AF8AC4-0210-E786-7F92-FFBE289AF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Data Description &amp;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C6BDA-58FD-B9B5-97F6-3E3BC82E4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data set</a:t>
            </a:r>
          </a:p>
        </p:txBody>
      </p:sp>
    </p:spTree>
    <p:extLst>
      <p:ext uri="{BB962C8B-B14F-4D97-AF65-F5344CB8AC3E}">
        <p14:creationId xmlns:p14="http://schemas.microsoft.com/office/powerpoint/2010/main" val="266944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2C0E-B940-8534-B879-27882D8B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016805-354A-2890-B445-14A56D33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Data Description &amp; Preparation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FE9C33-B32A-43D7-80B8-87CA68D4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Data source: insurance_claims_raw.xlsx from </a:t>
            </a:r>
            <a:r>
              <a:rPr lang="en-US" dirty="0" err="1"/>
              <a:t>ExploreAI</a:t>
            </a:r>
            <a:r>
              <a:rPr lang="en-US" dirty="0"/>
              <a:t> GitHub (exported to CSV)</a:t>
            </a:r>
          </a:p>
          <a:p>
            <a:r>
              <a:rPr lang="en-US" dirty="0"/>
              <a:t>Features include policy, customer, vehicle, incident and claim amount information</a:t>
            </a:r>
          </a:p>
          <a:p>
            <a:r>
              <a:rPr lang="en-US" dirty="0"/>
              <a:t>Target variable: </a:t>
            </a:r>
            <a:r>
              <a:rPr lang="en-US" dirty="0" err="1"/>
              <a:t>fraud_reported</a:t>
            </a:r>
            <a:r>
              <a:rPr lang="en-US" dirty="0"/>
              <a:t> (Y = fraudulent claim, N = legitimate claim)</a:t>
            </a:r>
          </a:p>
          <a:p>
            <a:r>
              <a:rPr lang="en-US" dirty="0"/>
              <a:t>Manual cleaning in Excel plus additional cleaning in Python (dates, missing values, dropping empty/ID-like columns).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1D3EEB-5B8B-256C-3666-0E2181C2C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4E8C09-134F-624C-81CE-A7C765464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8261DEA-86EE-B282-8CC6-E87A5911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4F58996-46CA-0AF9-1915-9AD17CE76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930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1CCA-1296-463B-ABE1-F2BA5A85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CF56F20-5BB0-85C6-281D-58597D754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Exploratory Data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D106-BF1D-BBDD-76D8-1207C3464B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32961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84E34-042D-9F75-3EBF-6CA6209A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4F1A6-71E9-EB6B-D701-30DB1C98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FB8742-5C94-EAE6-9DAF-1206B14C52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Moderate class imbalance: non-fraud claims outnumber fraud claims by roughly 3:1</a:t>
            </a:r>
          </a:p>
          <a:p>
            <a:r>
              <a:rPr lang="en-US" dirty="0"/>
              <a:t>Claim components (injury, property, vehicle) are right-skewed and highly correlated with </a:t>
            </a:r>
            <a:r>
              <a:rPr lang="en-US" dirty="0" err="1"/>
              <a:t>total_claim_amount</a:t>
            </a:r>
            <a:endParaRPr lang="en-US" dirty="0"/>
          </a:p>
          <a:p>
            <a:r>
              <a:rPr lang="en-US" dirty="0"/>
              <a:t>Fraud rates vary by incident type, severity, authorities contacted and geographic variables (</a:t>
            </a:r>
            <a:r>
              <a:rPr lang="en-US" dirty="0" err="1"/>
              <a:t>incident_state</a:t>
            </a:r>
            <a:r>
              <a:rPr lang="en-US" dirty="0"/>
              <a:t>, </a:t>
            </a:r>
            <a:r>
              <a:rPr lang="en-US" dirty="0" err="1"/>
              <a:t>policy_state</a:t>
            </a:r>
            <a:r>
              <a:rPr lang="en-US" dirty="0"/>
              <a:t>)</a:t>
            </a:r>
          </a:p>
          <a:p>
            <a:r>
              <a:rPr lang="en-US" dirty="0"/>
              <a:t>Incident hour of the day also shows variation in fraud rate, suggesting useful temporal signal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A898BC-E0A6-9CD1-4D90-5C7DC19FA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56C88FA-B09C-8145-2271-913ADD041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D260654-019C-AEE1-402C-1D06EB9F8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BE225CE-625D-C912-7FEA-5FF56118D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516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4CC1-BE6A-E7D2-1134-F797E452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823806F-06E0-0A6E-E91B-35B473BCB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B312-C201-78DD-3154-22295E3D0B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Approach and final choice</a:t>
            </a:r>
          </a:p>
        </p:txBody>
      </p:sp>
    </p:spTree>
    <p:extLst>
      <p:ext uri="{BB962C8B-B14F-4D97-AF65-F5344CB8AC3E}">
        <p14:creationId xmlns:p14="http://schemas.microsoft.com/office/powerpoint/2010/main" val="3450888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0C24-6F37-8E9B-9001-62B59AD2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75A38F-7C95-D155-E880-7CBCC79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Modelling approach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1D2D84-E6A1-F5D1-A100-0D5462C52A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Supervised binary classification: predict </a:t>
            </a:r>
            <a:r>
              <a:rPr lang="en-US" dirty="0" err="1"/>
              <a:t>fraud_reported</a:t>
            </a:r>
            <a:r>
              <a:rPr lang="en-US" dirty="0"/>
              <a:t> (fraud vs non-fraud)</a:t>
            </a:r>
          </a:p>
          <a:p>
            <a:r>
              <a:rPr lang="en-US" dirty="0"/>
              <a:t>Train/test split with stratification to preserve fraud ratio; 5-fold stratified cross-validation</a:t>
            </a:r>
          </a:p>
          <a:p>
            <a:r>
              <a:rPr lang="en-US" dirty="0"/>
              <a:t>Preprocessing via scikit-learn pipelines: imputation, scaling numeric features, one-hot encoding categorical features</a:t>
            </a:r>
          </a:p>
          <a:p>
            <a:r>
              <a:rPr lang="en-US" dirty="0"/>
              <a:t>Two main models: Logistic Regression (baseline) and Random Forest (non-linear ensemble)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E111E6-EF21-3313-783E-57A2D5F6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C4D8628-B2B9-B4A3-C3C3-CA8CCA229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F6B6A7-665E-5F4D-748B-9F73DA5A8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AA2DF1-4D91-12A8-CE44-74D04E910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792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961B-4C8C-F7DC-ECB0-BD3FCDE7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000530-808E-100C-F9D1-63E191D6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Modelling Performance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D60840-1AF9-24BA-8383-5517AA76D6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Evaluation metrics: accuracy, precision, recall, F1-score and ROC AUC</a:t>
            </a:r>
          </a:p>
          <a:p>
            <a:r>
              <a:rPr lang="en-US" dirty="0"/>
              <a:t>Random Forest selected as best model based on ROC AUC and overall performance</a:t>
            </a:r>
          </a:p>
          <a:p>
            <a:r>
              <a:rPr lang="en-US" dirty="0"/>
              <a:t>Random Forest (test metrics): Accuracy: 0.77 | Precision: 0.54 | Recall: 0.29 | F1-score: 0.37 | ROC AUC: 0.85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5B9F46-CE39-0AB7-CA20-520027A79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93C86F7-361C-D172-A487-977B5BF9F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0263974-32CF-58E9-8052-32DAC2860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2F0BF64-E931-106E-D27C-FEB107BFD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7296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5D87-9359-5F1D-ACC2-C27B9458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64CEDB-7478-7A6E-60C9-E5FCE6FF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Final Model Choice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54A10D-EFA2-6DA4-D888-A6927458CD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Final model: </a:t>
            </a:r>
            <a:r>
              <a:rPr lang="en-US" dirty="0" err="1"/>
              <a:t>RandomForestClassifier</a:t>
            </a:r>
            <a:r>
              <a:rPr lang="en-US" dirty="0"/>
              <a:t> (200 trees, </a:t>
            </a:r>
            <a:r>
              <a:rPr lang="en-US" dirty="0" err="1"/>
              <a:t>class_weight</a:t>
            </a:r>
            <a:r>
              <a:rPr lang="en-US" dirty="0"/>
              <a:t>='</a:t>
            </a:r>
            <a:r>
              <a:rPr lang="en-US" dirty="0" err="1"/>
              <a:t>balanced_subsample</a:t>
            </a:r>
            <a:r>
              <a:rPr lang="en-US" dirty="0"/>
              <a:t>')</a:t>
            </a:r>
          </a:p>
          <a:p>
            <a:r>
              <a:rPr lang="en-US" dirty="0"/>
              <a:t>Good ranking ability (high ROC AUC) – effective at scoring claims from low to high fraud risk</a:t>
            </a:r>
          </a:p>
          <a:p>
            <a:r>
              <a:rPr lang="en-US" dirty="0"/>
              <a:t>At default threshold (0.5) recall is modest: some fraud cases are still missed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ADA7E5-8350-7452-30FC-FAF2D08C5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A426353-2D84-A4B6-4C15-0C85807E2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1AB33C3-DAA8-DEE4-5511-B2157B13A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F10A903-0BD5-E14A-D96E-A5352D7F4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3543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77F3-FBE8-0487-5B81-50EC2FFEA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36C1659-417A-A810-9628-58DB0AA0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66BFA-A829-AAF9-50AA-6A4FFED023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YYY</a:t>
            </a:r>
          </a:p>
        </p:txBody>
      </p:sp>
    </p:spTree>
    <p:extLst>
      <p:ext uri="{BB962C8B-B14F-4D97-AF65-F5344CB8AC3E}">
        <p14:creationId xmlns:p14="http://schemas.microsoft.com/office/powerpoint/2010/main" val="2228953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0DEE-3F7D-A7F9-62A1-21007F77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1A2B46-8C5A-0436-6EFE-FEC183D4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2FF97C-653D-87F2-22B9-AF2F4FB0DF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Dataset size and representativeness may limit </a:t>
            </a:r>
            <a:r>
              <a:rPr lang="en-US" dirty="0" err="1"/>
              <a:t>generalisability</a:t>
            </a:r>
            <a:r>
              <a:rPr lang="en-US" dirty="0"/>
              <a:t> to all insurance portfolios.</a:t>
            </a:r>
          </a:p>
          <a:p>
            <a:r>
              <a:rPr lang="en-US" dirty="0"/>
              <a:t>Assumes fraud labels are correct; in reality there may be undetected fraud or </a:t>
            </a:r>
            <a:r>
              <a:rPr lang="en-US" dirty="0" err="1"/>
              <a:t>mislabelling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F9F576-F3DF-8851-BFE5-E6EDE372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CBD5067-2FA3-1EC8-C9EE-27FB4699E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71F501C-7B78-1011-C319-E5CFEB07C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E75DEE7-CC8B-25FA-967D-376F9835E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5443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F476-56B0-051A-F51F-2E10F754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AA5CDD-F394-1E56-CB22-90D19807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962065-2232-F723-FF1A-58A9164098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Threshold tuning and cost-sensitive evaluation (focus on recall and business cost).</a:t>
            </a:r>
          </a:p>
          <a:p>
            <a:r>
              <a:rPr lang="en-US" dirty="0"/>
              <a:t>Additional feature engineering, model tuning (e.g. gradient boosting), interpretability (e.g. SHAP), and production monitoring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90F401-AECD-E983-F426-F1CF104F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048898D-1413-6C98-D5F8-58EFC7AEE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0ED114A-4A07-5D49-5EE7-CB8D61E2A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83E812E-BF9B-BE0C-F8A8-53FDC4104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32844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9604279" cy="35974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Prototype demonstrates a complete end-to-end fraud detection pipeline on insurance claims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EDA confirms that both claim amounts and contextual features (incident, geography, time) carry useful fraud signal.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Random Forest provides a strong baseline model with good ranking performance for fraud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 more data, business-specific cost modelling and threshold tuning, the solution can support real-world fraud management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Anton du Plooy</a:t>
            </a:r>
          </a:p>
          <a:p>
            <a:r>
              <a:rPr lang="en-US" dirty="0"/>
              <a:t>Anton.duplooy@ninetyone.com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{B6D2DBBD-8A9B-4991-ACCA-A08728C6C1E0}TFd3b75063-ff25-434d-b12c-efeaf07d16c3292f62b5_win32-75a75c970d8e</Template>
  <TotalTime>15</TotalTime>
  <Words>588</Words>
  <Application>Microsoft Office PowerPoint</Application>
  <PresentationFormat>Widescreen</PresentationFormat>
  <Paragraphs>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Franklin Gothic Book</vt:lpstr>
      <vt:lpstr>Franklin Gothic Demi</vt:lpstr>
      <vt:lpstr>Custom</vt:lpstr>
      <vt:lpstr>CapStone Individual Project Anton du Plooy</vt:lpstr>
      <vt:lpstr>Agenda</vt:lpstr>
      <vt:lpstr>Background</vt:lpstr>
      <vt:lpstr>Insurance industry in Africa</vt:lpstr>
      <vt:lpstr>Data Description &amp; Preparation</vt:lpstr>
      <vt:lpstr>Data Description &amp; Preparation</vt:lpstr>
      <vt:lpstr>Exploratory Data Analysis </vt:lpstr>
      <vt:lpstr>Key Findings</vt:lpstr>
      <vt:lpstr>Modelling</vt:lpstr>
      <vt:lpstr>Modelling approach</vt:lpstr>
      <vt:lpstr>Modelling Performance</vt:lpstr>
      <vt:lpstr>Final Model Choice</vt:lpstr>
      <vt:lpstr>Limitations &amp; Future Work</vt:lpstr>
      <vt:lpstr>Limitations</vt:lpstr>
      <vt:lpstr>Future Work</vt:lpstr>
      <vt:lpstr>Conclusion</vt:lpstr>
      <vt:lpstr>Thank you</vt:lpstr>
    </vt:vector>
  </TitlesOfParts>
  <Company>Ninety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du Plooy</dc:creator>
  <cp:lastModifiedBy>Anton du Plooy</cp:lastModifiedBy>
  <cp:revision>1</cp:revision>
  <dcterms:created xsi:type="dcterms:W3CDTF">2025-12-06T14:30:58Z</dcterms:created>
  <dcterms:modified xsi:type="dcterms:W3CDTF">2025-12-06T14:46:34Z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