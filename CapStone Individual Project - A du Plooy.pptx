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23"/>
  </p:notesMasterIdLst>
  <p:handoutMasterIdLst>
    <p:handoutMasterId r:id="rId24"/>
  </p:handoutMasterIdLst>
  <p:sldIdLst>
    <p:sldId id="410" r:id="rId5"/>
    <p:sldId id="383" r:id="rId6"/>
    <p:sldId id="397" r:id="rId7"/>
    <p:sldId id="391" r:id="rId8"/>
    <p:sldId id="411" r:id="rId9"/>
    <p:sldId id="412" r:id="rId10"/>
    <p:sldId id="413" r:id="rId11"/>
    <p:sldId id="414" r:id="rId12"/>
    <p:sldId id="422" r:id="rId13"/>
    <p:sldId id="415" r:id="rId14"/>
    <p:sldId id="416" r:id="rId15"/>
    <p:sldId id="417" r:id="rId16"/>
    <p:sldId id="418" r:id="rId17"/>
    <p:sldId id="419" r:id="rId18"/>
    <p:sldId id="420" r:id="rId19"/>
    <p:sldId id="421" r:id="rId20"/>
    <p:sldId id="404" r:id="rId21"/>
    <p:sldId id="39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24CF0-BDAE-4992-9EEC-A20CCD0C8990}" v="14" dt="2025-12-06T15:14:37.863"/>
  </p1510:revLst>
</p1510:revInfo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27" autoAdjust="0"/>
  </p:normalViewPr>
  <p:slideViewPr>
    <p:cSldViewPr snapToGrid="0">
      <p:cViewPr varScale="1">
        <p:scale>
          <a:sx n="102" d="100"/>
          <a:sy n="102" d="100"/>
        </p:scale>
        <p:origin x="954" y="3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du Plooy" userId="461ce79b-9841-4699-a285-c943c0b1f758" providerId="ADAL" clId="{9CC3E923-1743-4228-AE16-E708A0181D4D}"/>
    <pc:docChg chg="undo custSel addSld delSld modSld sldOrd">
      <pc:chgData name="Anton du Plooy" userId="461ce79b-9841-4699-a285-c943c0b1f758" providerId="ADAL" clId="{9CC3E923-1743-4228-AE16-E708A0181D4D}" dt="2025-12-06T15:30:00.216" v="650" actId="113"/>
      <pc:docMkLst>
        <pc:docMk/>
      </pc:docMkLst>
      <pc:sldChg chg="modSp mod">
        <pc:chgData name="Anton du Plooy" userId="461ce79b-9841-4699-a285-c943c0b1f758" providerId="ADAL" clId="{9CC3E923-1743-4228-AE16-E708A0181D4D}" dt="2025-12-06T15:07:47.891" v="487"/>
        <pc:sldMkLst>
          <pc:docMk/>
          <pc:sldMk cId="3346685798" sldId="383"/>
        </pc:sldMkLst>
        <pc:spChg chg="mod">
          <ac:chgData name="Anton du Plooy" userId="461ce79b-9841-4699-a285-c943c0b1f758" providerId="ADAL" clId="{9CC3E923-1743-4228-AE16-E708A0181D4D}" dt="2025-12-06T15:07:47.891" v="487"/>
          <ac:spMkLst>
            <pc:docMk/>
            <pc:sldMk cId="3346685798" sldId="383"/>
            <ac:spMk id="3" creationId="{3B8EBC2C-6DD7-5003-38EB-40753046FE8C}"/>
          </ac:spMkLst>
        </pc:spChg>
      </pc:sldChg>
      <pc:sldChg chg="del">
        <pc:chgData name="Anton du Plooy" userId="461ce79b-9841-4699-a285-c943c0b1f758" providerId="ADAL" clId="{9CC3E923-1743-4228-AE16-E708A0181D4D}" dt="2025-12-06T14:33:49.786" v="9" actId="47"/>
        <pc:sldMkLst>
          <pc:docMk/>
          <pc:sldMk cId="1440871986" sldId="389"/>
        </pc:sldMkLst>
      </pc:sldChg>
      <pc:sldChg chg="addSp delSp modSp mod">
        <pc:chgData name="Anton du Plooy" userId="461ce79b-9841-4699-a285-c943c0b1f758" providerId="ADAL" clId="{9CC3E923-1743-4228-AE16-E708A0181D4D}" dt="2025-12-06T15:02:58.064" v="416" actId="14100"/>
        <pc:sldMkLst>
          <pc:docMk/>
          <pc:sldMk cId="3200312026" sldId="391"/>
        </pc:sldMkLst>
        <pc:spChg chg="mod">
          <ac:chgData name="Anton du Plooy" userId="461ce79b-9841-4699-a285-c943c0b1f758" providerId="ADAL" clId="{9CC3E923-1743-4228-AE16-E708A0181D4D}" dt="2025-12-06T14:34:43.246" v="12"/>
          <ac:spMkLst>
            <pc:docMk/>
            <pc:sldMk cId="3200312026" sldId="391"/>
            <ac:spMk id="3" creationId="{545D3755-C3E2-975E-DE68-CDECC4B526EC}"/>
          </ac:spMkLst>
        </pc:spChg>
        <pc:spChg chg="mod">
          <ac:chgData name="Anton du Plooy" userId="461ce79b-9841-4699-a285-c943c0b1f758" providerId="ADAL" clId="{9CC3E923-1743-4228-AE16-E708A0181D4D}" dt="2025-12-06T15:02:58.064" v="416" actId="14100"/>
          <ac:spMkLst>
            <pc:docMk/>
            <pc:sldMk cId="3200312026" sldId="391"/>
            <ac:spMk id="7" creationId="{F70BD87D-F7DA-961B-4024-A354DC87D168}"/>
          </ac:spMkLst>
        </pc:spChg>
        <pc:picChg chg="add del">
          <ac:chgData name="Anton du Plooy" userId="461ce79b-9841-4699-a285-c943c0b1f758" providerId="ADAL" clId="{9CC3E923-1743-4228-AE16-E708A0181D4D}" dt="2025-12-06T14:35:19.871" v="17" actId="22"/>
          <ac:picMkLst>
            <pc:docMk/>
            <pc:sldMk cId="3200312026" sldId="391"/>
            <ac:picMk id="4" creationId="{B36CCEB3-C4B6-1DF6-5650-A95883DA273C}"/>
          </ac:picMkLst>
        </pc:picChg>
      </pc:sldChg>
      <pc:sldChg chg="modSp mod ord">
        <pc:chgData name="Anton du Plooy" userId="461ce79b-9841-4699-a285-c943c0b1f758" providerId="ADAL" clId="{9CC3E923-1743-4228-AE16-E708A0181D4D}" dt="2025-12-06T14:52:12.035" v="324" actId="20577"/>
        <pc:sldMkLst>
          <pc:docMk/>
          <pc:sldMk cId="2039059756" sldId="397"/>
        </pc:sldMkLst>
        <pc:spChg chg="mod">
          <ac:chgData name="Anton du Plooy" userId="461ce79b-9841-4699-a285-c943c0b1f758" providerId="ADAL" clId="{9CC3E923-1743-4228-AE16-E708A0181D4D}" dt="2025-12-06T14:33:45.027" v="8"/>
          <ac:spMkLst>
            <pc:docMk/>
            <pc:sldMk cId="2039059756" sldId="397"/>
            <ac:spMk id="3" creationId="{591442CD-A26D-1761-8CE7-8BC3075BB4ED}"/>
          </ac:spMkLst>
        </pc:spChg>
        <pc:spChg chg="mod">
          <ac:chgData name="Anton du Plooy" userId="461ce79b-9841-4699-a285-c943c0b1f758" providerId="ADAL" clId="{9CC3E923-1743-4228-AE16-E708A0181D4D}" dt="2025-12-06T14:52:12.035" v="324" actId="20577"/>
          <ac:spMkLst>
            <pc:docMk/>
            <pc:sldMk cId="2039059756" sldId="397"/>
            <ac:spMk id="9" creationId="{5AB6D40A-2A0A-AF3D-8CF7-3ECD37765637}"/>
          </ac:spMkLst>
        </pc:spChg>
      </pc:sldChg>
      <pc:sldChg chg="modSp mod">
        <pc:chgData name="Anton du Plooy" userId="461ce79b-9841-4699-a285-c943c0b1f758" providerId="ADAL" clId="{9CC3E923-1743-4228-AE16-E708A0181D4D}" dt="2025-12-06T14:45:36.722" v="302" actId="20577"/>
        <pc:sldMkLst>
          <pc:docMk/>
          <pc:sldMk cId="4261132419" sldId="398"/>
        </pc:sldMkLst>
        <pc:spChg chg="mod">
          <ac:chgData name="Anton du Plooy" userId="461ce79b-9841-4699-a285-c943c0b1f758" providerId="ADAL" clId="{9CC3E923-1743-4228-AE16-E708A0181D4D}" dt="2025-12-06T14:45:36.722" v="302" actId="20577"/>
          <ac:spMkLst>
            <pc:docMk/>
            <pc:sldMk cId="4261132419" sldId="398"/>
            <ac:spMk id="3" creationId="{8BE734F0-2DDD-AF70-F13D-F9E4C1929411}"/>
          </ac:spMkLst>
        </pc:spChg>
      </pc:sldChg>
      <pc:sldChg chg="del">
        <pc:chgData name="Anton du Plooy" userId="461ce79b-9841-4699-a285-c943c0b1f758" providerId="ADAL" clId="{9CC3E923-1743-4228-AE16-E708A0181D4D}" dt="2025-12-06T14:36:14.329" v="35" actId="47"/>
        <pc:sldMkLst>
          <pc:docMk/>
          <pc:sldMk cId="752428618" sldId="403"/>
        </pc:sldMkLst>
      </pc:sldChg>
      <pc:sldChg chg="addSp delSp modSp mod ord">
        <pc:chgData name="Anton du Plooy" userId="461ce79b-9841-4699-a285-c943c0b1f758" providerId="ADAL" clId="{9CC3E923-1743-4228-AE16-E708A0181D4D}" dt="2025-12-06T15:30:00.216" v="650" actId="113"/>
        <pc:sldMkLst>
          <pc:docMk/>
          <pc:sldMk cId="1850768898" sldId="404"/>
        </pc:sldMkLst>
        <pc:spChg chg="mod">
          <ac:chgData name="Anton du Plooy" userId="461ce79b-9841-4699-a285-c943c0b1f758" providerId="ADAL" clId="{9CC3E923-1743-4228-AE16-E708A0181D4D}" dt="2025-12-06T14:44:27.261" v="250" actId="20577"/>
          <ac:spMkLst>
            <pc:docMk/>
            <pc:sldMk cId="1850768898" sldId="404"/>
            <ac:spMk id="2" creationId="{F0759DC4-8B30-98A0-5BAB-C78BA4A4AD55}"/>
          </ac:spMkLst>
        </pc:spChg>
        <pc:spChg chg="mod">
          <ac:chgData name="Anton du Plooy" userId="461ce79b-9841-4699-a285-c943c0b1f758" providerId="ADAL" clId="{9CC3E923-1743-4228-AE16-E708A0181D4D}" dt="2025-12-06T15:30:00.216" v="650" actId="113"/>
          <ac:spMkLst>
            <pc:docMk/>
            <pc:sldMk cId="1850768898" sldId="404"/>
            <ac:spMk id="3" creationId="{4096FB3A-B62C-3DAB-4FD1-B4EBDD650AEF}"/>
          </ac:spMkLst>
        </pc:spChg>
        <pc:spChg chg="del">
          <ac:chgData name="Anton du Plooy" userId="461ce79b-9841-4699-a285-c943c0b1f758" providerId="ADAL" clId="{9CC3E923-1743-4228-AE16-E708A0181D4D}" dt="2025-12-06T14:44:40.674" v="251" actId="478"/>
          <ac:spMkLst>
            <pc:docMk/>
            <pc:sldMk cId="1850768898" sldId="404"/>
            <ac:spMk id="4" creationId="{43E198AA-251D-4446-30C4-8F2FA7F6A72C}"/>
          </ac:spMkLst>
        </pc:spChg>
        <pc:spChg chg="add del mod">
          <ac:chgData name="Anton du Plooy" userId="461ce79b-9841-4699-a285-c943c0b1f758" providerId="ADAL" clId="{9CC3E923-1743-4228-AE16-E708A0181D4D}" dt="2025-12-06T14:44:43.608" v="252" actId="478"/>
          <ac:spMkLst>
            <pc:docMk/>
            <pc:sldMk cId="1850768898" sldId="404"/>
            <ac:spMk id="6" creationId="{DD415F1C-3ED8-DEB5-611E-A662916C73B6}"/>
          </ac:spMkLst>
        </pc:spChg>
      </pc:sldChg>
      <pc:sldChg chg="del ord">
        <pc:chgData name="Anton du Plooy" userId="461ce79b-9841-4699-a285-c943c0b1f758" providerId="ADAL" clId="{9CC3E923-1743-4228-AE16-E708A0181D4D}" dt="2025-12-06T14:46:28.440" v="305" actId="47"/>
        <pc:sldMkLst>
          <pc:docMk/>
          <pc:sldMk cId="4127695141" sldId="405"/>
        </pc:sldMkLst>
      </pc:sldChg>
      <pc:sldChg chg="del">
        <pc:chgData name="Anton du Plooy" userId="461ce79b-9841-4699-a285-c943c0b1f758" providerId="ADAL" clId="{9CC3E923-1743-4228-AE16-E708A0181D4D}" dt="2025-12-06T14:36:20.634" v="36" actId="47"/>
        <pc:sldMkLst>
          <pc:docMk/>
          <pc:sldMk cId="298364507" sldId="406"/>
        </pc:sldMkLst>
      </pc:sldChg>
      <pc:sldChg chg="del">
        <pc:chgData name="Anton du Plooy" userId="461ce79b-9841-4699-a285-c943c0b1f758" providerId="ADAL" clId="{9CC3E923-1743-4228-AE16-E708A0181D4D}" dt="2025-12-06T14:42:43.040" v="205" actId="47"/>
        <pc:sldMkLst>
          <pc:docMk/>
          <pc:sldMk cId="3088225330" sldId="407"/>
        </pc:sldMkLst>
      </pc:sldChg>
      <pc:sldChg chg="del">
        <pc:chgData name="Anton du Plooy" userId="461ce79b-9841-4699-a285-c943c0b1f758" providerId="ADAL" clId="{9CC3E923-1743-4228-AE16-E708A0181D4D}" dt="2025-12-06T14:36:08.696" v="34" actId="47"/>
        <pc:sldMkLst>
          <pc:docMk/>
          <pc:sldMk cId="888484295" sldId="408"/>
        </pc:sldMkLst>
      </pc:sldChg>
      <pc:sldChg chg="del">
        <pc:chgData name="Anton du Plooy" userId="461ce79b-9841-4699-a285-c943c0b1f758" providerId="ADAL" clId="{9CC3E923-1743-4228-AE16-E708A0181D4D}" dt="2025-12-06T14:33:14.176" v="4" actId="47"/>
        <pc:sldMkLst>
          <pc:docMk/>
          <pc:sldMk cId="2249372667" sldId="409"/>
        </pc:sldMkLst>
      </pc:sldChg>
      <pc:sldChg chg="modSp add mod">
        <pc:chgData name="Anton du Plooy" userId="461ce79b-9841-4699-a285-c943c0b1f758" providerId="ADAL" clId="{9CC3E923-1743-4228-AE16-E708A0181D4D}" dt="2025-12-06T14:36:40.701" v="46" actId="20577"/>
        <pc:sldMkLst>
          <pc:docMk/>
          <pc:sldMk cId="2669445873" sldId="411"/>
        </pc:sldMkLst>
        <pc:spChg chg="mod">
          <ac:chgData name="Anton du Plooy" userId="461ce79b-9841-4699-a285-c943c0b1f758" providerId="ADAL" clId="{9CC3E923-1743-4228-AE16-E708A0181D4D}" dt="2025-12-06T14:36:40.701" v="46" actId="20577"/>
          <ac:spMkLst>
            <pc:docMk/>
            <pc:sldMk cId="2669445873" sldId="411"/>
            <ac:spMk id="3" creationId="{2F3C6BDA-58FD-B9B5-97F6-3E3BC82E4485}"/>
          </ac:spMkLst>
        </pc:spChg>
        <pc:spChg chg="mod">
          <ac:chgData name="Anton du Plooy" userId="461ce79b-9841-4699-a285-c943c0b1f758" providerId="ADAL" clId="{9CC3E923-1743-4228-AE16-E708A0181D4D}" dt="2025-12-06T14:36:35.724" v="38"/>
          <ac:spMkLst>
            <pc:docMk/>
            <pc:sldMk cId="2669445873" sldId="411"/>
            <ac:spMk id="9" creationId="{97AF8AC4-0210-E786-7F92-FFBE289AF5EF}"/>
          </ac:spMkLst>
        </pc:spChg>
      </pc:sldChg>
      <pc:sldChg chg="modSp add mod">
        <pc:chgData name="Anton du Plooy" userId="461ce79b-9841-4699-a285-c943c0b1f758" providerId="ADAL" clId="{9CC3E923-1743-4228-AE16-E708A0181D4D}" dt="2025-12-06T15:03:14.089" v="417" actId="1076"/>
        <pc:sldMkLst>
          <pc:docMk/>
          <pc:sldMk cId="929307156" sldId="412"/>
        </pc:sldMkLst>
        <pc:spChg chg="mod">
          <ac:chgData name="Anton du Plooy" userId="461ce79b-9841-4699-a285-c943c0b1f758" providerId="ADAL" clId="{9CC3E923-1743-4228-AE16-E708A0181D4D}" dt="2025-12-06T14:36:50.323" v="47"/>
          <ac:spMkLst>
            <pc:docMk/>
            <pc:sldMk cId="929307156" sldId="412"/>
            <ac:spMk id="3" creationId="{DD016805-354A-2890-B445-14A56D333D28}"/>
          </ac:spMkLst>
        </pc:spChg>
        <pc:spChg chg="mod">
          <ac:chgData name="Anton du Plooy" userId="461ce79b-9841-4699-a285-c943c0b1f758" providerId="ADAL" clId="{9CC3E923-1743-4228-AE16-E708A0181D4D}" dt="2025-12-06T15:03:14.089" v="417" actId="1076"/>
          <ac:spMkLst>
            <pc:docMk/>
            <pc:sldMk cId="929307156" sldId="412"/>
            <ac:spMk id="7" creationId="{44FE9C33-B32A-43D7-80B8-87CA68D43DDC}"/>
          </ac:spMkLst>
        </pc:spChg>
      </pc:sldChg>
      <pc:sldChg chg="modSp add mod">
        <pc:chgData name="Anton du Plooy" userId="461ce79b-9841-4699-a285-c943c0b1f758" providerId="ADAL" clId="{9CC3E923-1743-4228-AE16-E708A0181D4D}" dt="2025-12-06T14:38:16.534" v="57"/>
        <pc:sldMkLst>
          <pc:docMk/>
          <pc:sldMk cId="329619493" sldId="413"/>
        </pc:sldMkLst>
        <pc:spChg chg="mod">
          <ac:chgData name="Anton du Plooy" userId="461ce79b-9841-4699-a285-c943c0b1f758" providerId="ADAL" clId="{9CC3E923-1743-4228-AE16-E708A0181D4D}" dt="2025-12-06T14:38:16.534" v="57"/>
          <ac:spMkLst>
            <pc:docMk/>
            <pc:sldMk cId="329619493" sldId="413"/>
            <ac:spMk id="3" creationId="{A6CCD106-BF1D-BBDD-76D8-1207C3464BC4}"/>
          </ac:spMkLst>
        </pc:spChg>
        <pc:spChg chg="mod">
          <ac:chgData name="Anton du Plooy" userId="461ce79b-9841-4699-a285-c943c0b1f758" providerId="ADAL" clId="{9CC3E923-1743-4228-AE16-E708A0181D4D}" dt="2025-12-06T14:38:06.959" v="56"/>
          <ac:spMkLst>
            <pc:docMk/>
            <pc:sldMk cId="329619493" sldId="413"/>
            <ac:spMk id="9" creationId="{ACF56F20-5BB0-85C6-281D-58597D754686}"/>
          </ac:spMkLst>
        </pc:spChg>
      </pc:sldChg>
      <pc:sldChg chg="addSp modSp add mod">
        <pc:chgData name="Anton du Plooy" userId="461ce79b-9841-4699-a285-c943c0b1f758" providerId="ADAL" clId="{9CC3E923-1743-4228-AE16-E708A0181D4D}" dt="2025-12-06T15:14:35.602" v="541" actId="6549"/>
        <pc:sldMkLst>
          <pc:docMk/>
          <pc:sldMk cId="2355160391" sldId="414"/>
        </pc:sldMkLst>
        <pc:spChg chg="mod">
          <ac:chgData name="Anton du Plooy" userId="461ce79b-9841-4699-a285-c943c0b1f758" providerId="ADAL" clId="{9CC3E923-1743-4228-AE16-E708A0181D4D}" dt="2025-12-06T15:01:09.568" v="406" actId="14100"/>
          <ac:spMkLst>
            <pc:docMk/>
            <pc:sldMk cId="2355160391" sldId="414"/>
            <ac:spMk id="3" creationId="{6DD4F1A6-71E9-EB6B-D701-30DB1C98C948}"/>
          </ac:spMkLst>
        </pc:spChg>
        <pc:spChg chg="mod">
          <ac:chgData name="Anton du Plooy" userId="461ce79b-9841-4699-a285-c943c0b1f758" providerId="ADAL" clId="{9CC3E923-1743-4228-AE16-E708A0181D4D}" dt="2025-12-06T15:14:35.602" v="541" actId="6549"/>
          <ac:spMkLst>
            <pc:docMk/>
            <pc:sldMk cId="2355160391" sldId="414"/>
            <ac:spMk id="7" creationId="{58FB8742-5C94-EAE6-9DAF-1206B14C52D7}"/>
          </ac:spMkLst>
        </pc:spChg>
        <pc:picChg chg="add mod">
          <ac:chgData name="Anton du Plooy" userId="461ce79b-9841-4699-a285-c943c0b1f758" providerId="ADAL" clId="{9CC3E923-1743-4228-AE16-E708A0181D4D}" dt="2025-12-06T15:01:23.190" v="410" actId="1076"/>
          <ac:picMkLst>
            <pc:docMk/>
            <pc:sldMk cId="2355160391" sldId="414"/>
            <ac:picMk id="4" creationId="{9D80FE4D-1B88-F36A-C60C-60C6BE68B871}"/>
          </ac:picMkLst>
        </pc:picChg>
        <pc:picChg chg="add mod">
          <ac:chgData name="Anton du Plooy" userId="461ce79b-9841-4699-a285-c943c0b1f758" providerId="ADAL" clId="{9CC3E923-1743-4228-AE16-E708A0181D4D}" dt="2025-12-06T15:01:31.390" v="413" actId="1076"/>
          <ac:picMkLst>
            <pc:docMk/>
            <pc:sldMk cId="2355160391" sldId="414"/>
            <ac:picMk id="6" creationId="{D00F2450-E69D-E1FB-49FE-AD6DC19D4F11}"/>
          </ac:picMkLst>
        </pc:picChg>
      </pc:sldChg>
      <pc:sldChg chg="modSp add mod">
        <pc:chgData name="Anton du Plooy" userId="461ce79b-9841-4699-a285-c943c0b1f758" providerId="ADAL" clId="{9CC3E923-1743-4228-AE16-E708A0181D4D}" dt="2025-12-06T14:39:47.464" v="127" actId="20577"/>
        <pc:sldMkLst>
          <pc:docMk/>
          <pc:sldMk cId="3450888200" sldId="415"/>
        </pc:sldMkLst>
        <pc:spChg chg="mod">
          <ac:chgData name="Anton du Plooy" userId="461ce79b-9841-4699-a285-c943c0b1f758" providerId="ADAL" clId="{9CC3E923-1743-4228-AE16-E708A0181D4D}" dt="2025-12-06T14:39:47.464" v="127" actId="20577"/>
          <ac:spMkLst>
            <pc:docMk/>
            <pc:sldMk cId="3450888200" sldId="415"/>
            <ac:spMk id="3" creationId="{EDC9B312-C201-78DD-3154-22295E3D0B95}"/>
          </ac:spMkLst>
        </pc:spChg>
        <pc:spChg chg="mod">
          <ac:chgData name="Anton du Plooy" userId="461ce79b-9841-4699-a285-c943c0b1f758" providerId="ADAL" clId="{9CC3E923-1743-4228-AE16-E708A0181D4D}" dt="2025-12-06T14:39:37.148" v="98" actId="20577"/>
          <ac:spMkLst>
            <pc:docMk/>
            <pc:sldMk cId="3450888200" sldId="415"/>
            <ac:spMk id="9" creationId="{4823806F-06E0-0A6E-E91B-35B473BCB2DB}"/>
          </ac:spMkLst>
        </pc:spChg>
      </pc:sldChg>
      <pc:sldChg chg="modSp add mod">
        <pc:chgData name="Anton du Plooy" userId="461ce79b-9841-4699-a285-c943c0b1f758" providerId="ADAL" clId="{9CC3E923-1743-4228-AE16-E708A0181D4D}" dt="2025-12-06T15:03:25.317" v="418" actId="1076"/>
        <pc:sldMkLst>
          <pc:docMk/>
          <pc:sldMk cId="1507925668" sldId="416"/>
        </pc:sldMkLst>
        <pc:spChg chg="mod">
          <ac:chgData name="Anton du Plooy" userId="461ce79b-9841-4699-a285-c943c0b1f758" providerId="ADAL" clId="{9CC3E923-1743-4228-AE16-E708A0181D4D}" dt="2025-12-06T14:40:01.296" v="145" actId="20577"/>
          <ac:spMkLst>
            <pc:docMk/>
            <pc:sldMk cId="1507925668" sldId="416"/>
            <ac:spMk id="3" creationId="{6B75A38F-7C95-D155-E880-7CBCC7958DD0}"/>
          </ac:spMkLst>
        </pc:spChg>
        <pc:spChg chg="mod">
          <ac:chgData name="Anton du Plooy" userId="461ce79b-9841-4699-a285-c943c0b1f758" providerId="ADAL" clId="{9CC3E923-1743-4228-AE16-E708A0181D4D}" dt="2025-12-06T15:03:25.317" v="418" actId="1076"/>
          <ac:spMkLst>
            <pc:docMk/>
            <pc:sldMk cId="1507925668" sldId="416"/>
            <ac:spMk id="7" creationId="{911D2D84-E6A1-F5D1-A100-0D5462C52A65}"/>
          </ac:spMkLst>
        </pc:spChg>
      </pc:sldChg>
      <pc:sldChg chg="addSp delSp modSp add mod">
        <pc:chgData name="Anton du Plooy" userId="461ce79b-9841-4699-a285-c943c0b1f758" providerId="ADAL" clId="{9CC3E923-1743-4228-AE16-E708A0181D4D}" dt="2025-12-06T15:16:48.805" v="641" actId="1076"/>
        <pc:sldMkLst>
          <pc:docMk/>
          <pc:sldMk cId="1607296073" sldId="417"/>
        </pc:sldMkLst>
        <pc:spChg chg="add mod">
          <ac:chgData name="Anton du Plooy" userId="461ce79b-9841-4699-a285-c943c0b1f758" providerId="ADAL" clId="{9CC3E923-1743-4228-AE16-E708A0181D4D}" dt="2025-12-06T14:41:37.816" v="178"/>
          <ac:spMkLst>
            <pc:docMk/>
            <pc:sldMk cId="1607296073" sldId="417"/>
            <ac:spMk id="2" creationId="{A440F5E0-BE4D-2F26-AAC8-9C9CA3A147F3}"/>
          </ac:spMkLst>
        </pc:spChg>
        <pc:spChg chg="mod">
          <ac:chgData name="Anton du Plooy" userId="461ce79b-9841-4699-a285-c943c0b1f758" providerId="ADAL" clId="{9CC3E923-1743-4228-AE16-E708A0181D4D}" dt="2025-12-06T14:40:52.511" v="165" actId="20577"/>
          <ac:spMkLst>
            <pc:docMk/>
            <pc:sldMk cId="1607296073" sldId="417"/>
            <ac:spMk id="3" creationId="{28000530-808E-100C-F9D1-63E191D693F0}"/>
          </ac:spMkLst>
        </pc:spChg>
        <pc:spChg chg="add del">
          <ac:chgData name="Anton du Plooy" userId="461ce79b-9841-4699-a285-c943c0b1f758" providerId="ADAL" clId="{9CC3E923-1743-4228-AE16-E708A0181D4D}" dt="2025-12-06T14:41:46.104" v="180" actId="22"/>
          <ac:spMkLst>
            <pc:docMk/>
            <pc:sldMk cId="1607296073" sldId="417"/>
            <ac:spMk id="5" creationId="{73BA2B77-70F9-5BD9-9994-F27B4FA28383}"/>
          </ac:spMkLst>
        </pc:spChg>
        <pc:spChg chg="mod">
          <ac:chgData name="Anton du Plooy" userId="461ce79b-9841-4699-a285-c943c0b1f758" providerId="ADAL" clId="{9CC3E923-1743-4228-AE16-E708A0181D4D}" dt="2025-12-06T15:16:45.857" v="640" actId="255"/>
          <ac:spMkLst>
            <pc:docMk/>
            <pc:sldMk cId="1607296073" sldId="417"/>
            <ac:spMk id="7" creationId="{67D60840-1AF9-24BA-8383-5517AA76D6B7}"/>
          </ac:spMkLst>
        </pc:spChg>
        <pc:picChg chg="add mod">
          <ac:chgData name="Anton du Plooy" userId="461ce79b-9841-4699-a285-c943c0b1f758" providerId="ADAL" clId="{9CC3E923-1743-4228-AE16-E708A0181D4D}" dt="2025-12-06T15:16:48.805" v="641" actId="1076"/>
          <ac:picMkLst>
            <pc:docMk/>
            <pc:sldMk cId="1607296073" sldId="417"/>
            <ac:picMk id="4" creationId="{58028F62-1B5D-7814-145C-5D7073583FF1}"/>
          </ac:picMkLst>
        </pc:picChg>
        <pc:picChg chg="add mod">
          <ac:chgData name="Anton du Plooy" userId="461ce79b-9841-4699-a285-c943c0b1f758" providerId="ADAL" clId="{9CC3E923-1743-4228-AE16-E708A0181D4D}" dt="2025-12-06T15:09:37.390" v="504" actId="1076"/>
          <ac:picMkLst>
            <pc:docMk/>
            <pc:sldMk cId="1607296073" sldId="417"/>
            <ac:picMk id="6" creationId="{BCDF34A6-1034-F22F-1696-6BEDE04B3357}"/>
          </ac:picMkLst>
        </pc:picChg>
        <pc:picChg chg="add mod">
          <ac:chgData name="Anton du Plooy" userId="461ce79b-9841-4699-a285-c943c0b1f758" providerId="ADAL" clId="{9CC3E923-1743-4228-AE16-E708A0181D4D}" dt="2025-12-06T15:09:32.171" v="502" actId="1076"/>
          <ac:picMkLst>
            <pc:docMk/>
            <pc:sldMk cId="1607296073" sldId="417"/>
            <ac:picMk id="9" creationId="{81B71815-2555-D962-42A0-07C982D646C3}"/>
          </ac:picMkLst>
        </pc:picChg>
      </pc:sldChg>
      <pc:sldChg chg="modSp add mod">
        <pc:chgData name="Anton du Plooy" userId="461ce79b-9841-4699-a285-c943c0b1f758" providerId="ADAL" clId="{9CC3E923-1743-4228-AE16-E708A0181D4D}" dt="2025-12-06T15:17:19.449" v="645" actId="20577"/>
        <pc:sldMkLst>
          <pc:docMk/>
          <pc:sldMk cId="2543543980" sldId="418"/>
        </pc:sldMkLst>
        <pc:spChg chg="mod">
          <ac:chgData name="Anton du Plooy" userId="461ce79b-9841-4699-a285-c943c0b1f758" providerId="ADAL" clId="{9CC3E923-1743-4228-AE16-E708A0181D4D}" dt="2025-12-06T14:41:56.183" v="199" actId="20577"/>
          <ac:spMkLst>
            <pc:docMk/>
            <pc:sldMk cId="2543543980" sldId="418"/>
            <ac:spMk id="3" creationId="{3D64CEDB-7478-7A6E-60C9-E5FCE6FF1B92}"/>
          </ac:spMkLst>
        </pc:spChg>
        <pc:spChg chg="mod">
          <ac:chgData name="Anton du Plooy" userId="461ce79b-9841-4699-a285-c943c0b1f758" providerId="ADAL" clId="{9CC3E923-1743-4228-AE16-E708A0181D4D}" dt="2025-12-06T15:17:19.449" v="645" actId="20577"/>
          <ac:spMkLst>
            <pc:docMk/>
            <pc:sldMk cId="2543543980" sldId="418"/>
            <ac:spMk id="7" creationId="{3954A10D-EFA2-6DA4-D888-A6927458CDA9}"/>
          </ac:spMkLst>
        </pc:spChg>
      </pc:sldChg>
      <pc:sldChg chg="modSp add mod">
        <pc:chgData name="Anton du Plooy" userId="461ce79b-9841-4699-a285-c943c0b1f758" providerId="ADAL" clId="{9CC3E923-1743-4228-AE16-E708A0181D4D}" dt="2025-12-06T15:06:11.404" v="450" actId="20577"/>
        <pc:sldMkLst>
          <pc:docMk/>
          <pc:sldMk cId="2228953409" sldId="419"/>
        </pc:sldMkLst>
        <pc:spChg chg="mod">
          <ac:chgData name="Anton du Plooy" userId="461ce79b-9841-4699-a285-c943c0b1f758" providerId="ADAL" clId="{9CC3E923-1743-4228-AE16-E708A0181D4D}" dt="2025-12-06T15:06:11.404" v="450" actId="20577"/>
          <ac:spMkLst>
            <pc:docMk/>
            <pc:sldMk cId="2228953409" sldId="419"/>
            <ac:spMk id="3" creationId="{C1466BFA-A829-AAF9-50AA-6A4FFED0231B}"/>
          </ac:spMkLst>
        </pc:spChg>
        <pc:spChg chg="mod">
          <ac:chgData name="Anton du Plooy" userId="461ce79b-9841-4699-a285-c943c0b1f758" providerId="ADAL" clId="{9CC3E923-1743-4228-AE16-E708A0181D4D}" dt="2025-12-06T14:42:57.898" v="206"/>
          <ac:spMkLst>
            <pc:docMk/>
            <pc:sldMk cId="2228953409" sldId="419"/>
            <ac:spMk id="9" creationId="{C36C1659-417A-A810-9628-58DB0AA00148}"/>
          </ac:spMkLst>
        </pc:spChg>
      </pc:sldChg>
      <pc:sldChg chg="modSp add mod">
        <pc:chgData name="Anton du Plooy" userId="461ce79b-9841-4699-a285-c943c0b1f758" providerId="ADAL" clId="{9CC3E923-1743-4228-AE16-E708A0181D4D}" dt="2025-12-06T15:05:42.889" v="432" actId="1076"/>
        <pc:sldMkLst>
          <pc:docMk/>
          <pc:sldMk cId="1505443238" sldId="420"/>
        </pc:sldMkLst>
        <pc:spChg chg="mod">
          <ac:chgData name="Anton du Plooy" userId="461ce79b-9841-4699-a285-c943c0b1f758" providerId="ADAL" clId="{9CC3E923-1743-4228-AE16-E708A0181D4D}" dt="2025-12-06T14:43:42.144" v="222" actId="20577"/>
          <ac:spMkLst>
            <pc:docMk/>
            <pc:sldMk cId="1505443238" sldId="420"/>
            <ac:spMk id="3" creationId="{5B1A2B46-8C5A-0436-6EFE-FEC183D47E84}"/>
          </ac:spMkLst>
        </pc:spChg>
        <pc:spChg chg="mod">
          <ac:chgData name="Anton du Plooy" userId="461ce79b-9841-4699-a285-c943c0b1f758" providerId="ADAL" clId="{9CC3E923-1743-4228-AE16-E708A0181D4D}" dt="2025-12-06T15:05:42.889" v="432" actId="1076"/>
          <ac:spMkLst>
            <pc:docMk/>
            <pc:sldMk cId="1505443238" sldId="420"/>
            <ac:spMk id="7" creationId="{F02FF97C-653D-87F2-22B9-AF2F4FB0DFAC}"/>
          </ac:spMkLst>
        </pc:spChg>
      </pc:sldChg>
      <pc:sldChg chg="addSp delSp modSp add mod">
        <pc:chgData name="Anton du Plooy" userId="461ce79b-9841-4699-a285-c943c0b1f758" providerId="ADAL" clId="{9CC3E923-1743-4228-AE16-E708A0181D4D}" dt="2025-12-06T15:29:12.256" v="646" actId="6549"/>
        <pc:sldMkLst>
          <pc:docMk/>
          <pc:sldMk cId="3032844107" sldId="421"/>
        </pc:sldMkLst>
        <pc:spChg chg="mod">
          <ac:chgData name="Anton du Plooy" userId="461ce79b-9841-4699-a285-c943c0b1f758" providerId="ADAL" clId="{9CC3E923-1743-4228-AE16-E708A0181D4D}" dt="2025-12-06T14:43:48.030" v="234" actId="20577"/>
          <ac:spMkLst>
            <pc:docMk/>
            <pc:sldMk cId="3032844107" sldId="421"/>
            <ac:spMk id="3" creationId="{F7AA5CDD-F394-1E56-CB22-90D198076F14}"/>
          </ac:spMkLst>
        </pc:spChg>
        <pc:spChg chg="mod">
          <ac:chgData name="Anton du Plooy" userId="461ce79b-9841-4699-a285-c943c0b1f758" providerId="ADAL" clId="{9CC3E923-1743-4228-AE16-E708A0181D4D}" dt="2025-12-06T15:29:12.256" v="646" actId="6549"/>
          <ac:spMkLst>
            <pc:docMk/>
            <pc:sldMk cId="3032844107" sldId="421"/>
            <ac:spMk id="7" creationId="{C2962065-2232-F723-FF1A-58A916409849}"/>
          </ac:spMkLst>
        </pc:spChg>
        <pc:picChg chg="add del">
          <ac:chgData name="Anton du Plooy" userId="461ce79b-9841-4699-a285-c943c0b1f758" providerId="ADAL" clId="{9CC3E923-1743-4228-AE16-E708A0181D4D}" dt="2025-12-06T15:06:41.787" v="452" actId="22"/>
          <ac:picMkLst>
            <pc:docMk/>
            <pc:sldMk cId="3032844107" sldId="421"/>
            <ac:picMk id="4" creationId="{3D2CFBD4-D64E-CA8A-9ABE-62C60083D144}"/>
          </ac:picMkLst>
        </pc:picChg>
      </pc:sldChg>
      <pc:sldChg chg="addSp delSp modSp add del mod">
        <pc:chgData name="Anton du Plooy" userId="461ce79b-9841-4699-a285-c943c0b1f758" providerId="ADAL" clId="{9CC3E923-1743-4228-AE16-E708A0181D4D}" dt="2025-12-06T15:14:37.863" v="546"/>
        <pc:sldMkLst>
          <pc:docMk/>
          <pc:sldMk cId="2938290372" sldId="422"/>
        </pc:sldMkLst>
        <pc:spChg chg="mod">
          <ac:chgData name="Anton du Plooy" userId="461ce79b-9841-4699-a285-c943c0b1f758" providerId="ADAL" clId="{9CC3E923-1743-4228-AE16-E708A0181D4D}" dt="2025-12-06T15:14:36.340" v="544" actId="6549"/>
          <ac:spMkLst>
            <pc:docMk/>
            <pc:sldMk cId="2938290372" sldId="422"/>
            <ac:spMk id="7" creationId="{470D87A1-1D4D-5AAF-3FDC-E2D3FD586FB6}"/>
          </ac:spMkLst>
        </pc:spChg>
        <pc:picChg chg="add del">
          <ac:chgData name="Anton du Plooy" userId="461ce79b-9841-4699-a285-c943c0b1f758" providerId="ADAL" clId="{9CC3E923-1743-4228-AE16-E708A0181D4D}" dt="2025-12-06T15:14:36.058" v="543" actId="478"/>
          <ac:picMkLst>
            <pc:docMk/>
            <pc:sldMk cId="2938290372" sldId="422"/>
            <ac:picMk id="4" creationId="{3768ECBB-4478-1B52-86D6-38A40F6CDE8B}"/>
          </ac:picMkLst>
        </pc:picChg>
        <pc:picChg chg="mod">
          <ac:chgData name="Anton du Plooy" userId="461ce79b-9841-4699-a285-c943c0b1f758" providerId="ADAL" clId="{9CC3E923-1743-4228-AE16-E708A0181D4D}" dt="2025-12-06T15:14:35.838" v="542" actId="1076"/>
          <ac:picMkLst>
            <pc:docMk/>
            <pc:sldMk cId="2938290372" sldId="422"/>
            <ac:picMk id="6" creationId="{F665693F-F583-9DD7-A2A2-7450AE1B0BC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4FE8E-99AB-D207-2B93-65645808B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50907-D30E-97FD-F1C9-A556CA630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4C34F-F257-DB5F-ED80-A7678B6FF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A0086-10B3-C5B1-F656-FF5549BED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6081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7F99C-B70E-14D0-F33F-E23B26C4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C6309-24FF-7A8F-B9CC-96373A09A0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4547B4-167B-EC29-AA67-F2B378180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C0CCA-375C-E368-1BE5-4D120432F0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4440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0CA48-830A-63C1-ACC9-F4E359A09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21A125-E8F7-7F70-DC3B-D880A28B0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FF767-08B4-453E-6F02-16BE4C67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2C0E5-90CB-CFF1-4557-3880684BF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744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E11E-381E-A41C-3DC0-CC8826CFC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4DE24-3C27-4960-419D-77CE65E3C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3F2EAE-5F1F-226D-260C-96FB993B4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46C3A-AA79-1267-225D-30A72A4F6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006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17073-1AA4-7477-FC73-8ADD04204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4F10C9-6C26-CF13-A9BF-05426D28B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87DDE-CC26-9162-4634-5127FE058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EBD84-652C-6D1F-15AD-F1F015BD6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6408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CFC65-9120-1F09-2D2A-DA0AC6252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1ECC1A-A9C0-EB60-8CBB-9F1FD4816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11DAC-4224-C4C2-3A26-DCAB96918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32B96-B4C4-FA09-9015-171890E1A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7922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CE9CB-EB1B-E0E2-D3D8-22A8F363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81FE4-1783-E9DE-F0C1-088386DAE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18859-4CC1-D746-F884-B2A142DD0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4583C-9972-AED5-F7CD-455D60556D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62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EFBDC-529B-ED4A-C3D3-880D6C2FF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3CADE-1FEF-E230-55CB-A996B7201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F1E23-824A-0A78-CCDF-730B504BD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44CE2-3B37-6644-26A8-CD7E28F12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7210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242AF-CDC5-56CD-AA53-154DD76BE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C5F92-CAB7-847B-30D2-9D1D4F03B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51E57-6B18-5CFA-BBA7-E90B34F49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C70EE-F3F5-1B3A-4AD5-9C6D794B6B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760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1827C-6370-3527-8EC0-A80F10F45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539AE6-94BB-F9FA-BB4F-D8423EBBA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E4B4B-795B-5B2E-F98A-0F899E7B6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A07247-8024-3C3A-3B88-417C63B32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844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075F-29D0-7DB1-FBA4-453264CAE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0478E-AAFB-DA93-6BBD-1DAC7E626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EC56A-8E9C-5234-AA82-605240B5F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CC888-944A-E112-ADCE-8335C81F6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065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C030-BDA8-BC9A-8E8B-3DC55CF07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F00D4-A360-2097-59C9-D0AD759BD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513B1-4CE3-594B-3C2A-A45D7901A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C926B-6B75-4E27-FBEF-A8F00CC8A4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8285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5968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sz="4400" dirty="0" err="1"/>
              <a:t>CapStone</a:t>
            </a:r>
            <a:r>
              <a:rPr lang="en-US" sz="4400" dirty="0"/>
              <a:t> Individual Project</a:t>
            </a:r>
            <a:br>
              <a:rPr lang="en-US" dirty="0"/>
            </a:br>
            <a:r>
              <a:rPr lang="en-US" sz="3200" dirty="0"/>
              <a:t>Anton du Plooy</a:t>
            </a: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/>
          <a:lstStyle/>
          <a:p>
            <a:r>
              <a:rPr lang="en-US" dirty="0"/>
              <a:t>Background &amp; Business Context</a:t>
            </a:r>
          </a:p>
          <a:p>
            <a:r>
              <a:rPr lang="en-US" dirty="0"/>
              <a:t>Data and problem framing</a:t>
            </a:r>
          </a:p>
          <a:p>
            <a:r>
              <a:rPr lang="en-US" dirty="0"/>
              <a:t>Exploratory Data Analysis (EDA)</a:t>
            </a:r>
          </a:p>
          <a:p>
            <a:r>
              <a:rPr lang="en-US" dirty="0"/>
              <a:t>Final model and insights</a:t>
            </a:r>
          </a:p>
          <a:p>
            <a:r>
              <a:rPr lang="en-US" dirty="0"/>
              <a:t>Limitations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Background &amp; Business Context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442CD-A26D-1761-8CE7-8BC3075BB4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09905" y="4549552"/>
            <a:ext cx="5486400" cy="1645920"/>
          </a:xfrm>
        </p:spPr>
        <p:txBody>
          <a:bodyPr>
            <a:normAutofit/>
          </a:bodyPr>
          <a:lstStyle/>
          <a:p>
            <a:r>
              <a:rPr lang="en-US" dirty="0"/>
              <a:t>Insurance industry in Africa</a:t>
            </a:r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Insurance industry in Africa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78351" y="2290664"/>
            <a:ext cx="7626284" cy="3700462"/>
          </a:xfrm>
        </p:spPr>
        <p:txBody>
          <a:bodyPr>
            <a:normAutofit/>
          </a:bodyPr>
          <a:lstStyle/>
          <a:p>
            <a:r>
              <a:rPr lang="en-US" dirty="0"/>
              <a:t>Small share of global insured catastrophe losses despite large population</a:t>
            </a:r>
          </a:p>
          <a:p>
            <a:r>
              <a:rPr lang="en-US" dirty="0"/>
              <a:t>Challenges: affordability, limited insurance knowledge, high unemployment and underinsurance</a:t>
            </a:r>
          </a:p>
          <a:p>
            <a:r>
              <a:rPr lang="en-US" dirty="0"/>
              <a:t>Goal: build a data-driven fraud detection prototype on an insurance claims dataset.</a:t>
            </a:r>
          </a:p>
          <a:p>
            <a:r>
              <a:rPr lang="en-US" dirty="0"/>
              <a:t>Problem: Detect potentially fraudulent claims early to </a:t>
            </a:r>
            <a:r>
              <a:rPr lang="en-US" dirty="0" err="1"/>
              <a:t>prioritise</a:t>
            </a:r>
            <a:r>
              <a:rPr lang="en-US" dirty="0"/>
              <a:t> investigation in order to support more effective risk management  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B0588-7D52-0B11-0924-B162080C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AF8AC4-0210-E786-7F92-FFBE289AF5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Data Description &amp; Preparation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C6BDA-58FD-B9B5-97F6-3E3BC82E44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09905" y="4549552"/>
            <a:ext cx="5486400" cy="1645920"/>
          </a:xfrm>
        </p:spPr>
        <p:txBody>
          <a:bodyPr>
            <a:normAutofit/>
          </a:bodyPr>
          <a:lstStyle/>
          <a:p>
            <a:r>
              <a:rPr lang="en-US" dirty="0"/>
              <a:t>Insurance data set</a:t>
            </a:r>
          </a:p>
        </p:txBody>
      </p:sp>
    </p:spTree>
    <p:extLst>
      <p:ext uri="{BB962C8B-B14F-4D97-AF65-F5344CB8AC3E}">
        <p14:creationId xmlns:p14="http://schemas.microsoft.com/office/powerpoint/2010/main" val="2669445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2C0E-B940-8534-B879-27882D8B3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016805-354A-2890-B445-14A56D333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Data Description &amp; Preparation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FE9C33-B32A-43D7-80B8-87CA68D43D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91472" y="2271811"/>
            <a:ext cx="7810500" cy="3700462"/>
          </a:xfrm>
        </p:spPr>
        <p:txBody>
          <a:bodyPr>
            <a:normAutofit/>
          </a:bodyPr>
          <a:lstStyle/>
          <a:p>
            <a:r>
              <a:rPr lang="en-US" dirty="0"/>
              <a:t>Data source: insurance_claims_raw.xlsx from </a:t>
            </a:r>
            <a:r>
              <a:rPr lang="en-US" dirty="0" err="1"/>
              <a:t>ExploreAI</a:t>
            </a:r>
            <a:r>
              <a:rPr lang="en-US" dirty="0"/>
              <a:t> GitHub (exported to CSV)</a:t>
            </a:r>
          </a:p>
          <a:p>
            <a:r>
              <a:rPr lang="en-US" dirty="0"/>
              <a:t>Features include policy, customer, vehicle, incident and claim amount information</a:t>
            </a:r>
          </a:p>
          <a:p>
            <a:r>
              <a:rPr lang="en-US" dirty="0"/>
              <a:t>Target variable: </a:t>
            </a:r>
            <a:r>
              <a:rPr lang="en-US" dirty="0" err="1"/>
              <a:t>fraud_reported</a:t>
            </a:r>
            <a:r>
              <a:rPr lang="en-US" dirty="0"/>
              <a:t> (Y = fraudulent claim, N = legitimate claim)</a:t>
            </a:r>
          </a:p>
          <a:p>
            <a:r>
              <a:rPr lang="en-US" dirty="0"/>
              <a:t>Manual cleaning in Excel plus additional cleaning in Python (dates, missing values, dropping empty/ID-like columns).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51D3EEB-5B8B-256C-3666-0E2181C2C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CA4E8C09-134F-624C-81CE-A7C76546436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8261DEA-86EE-B282-8CC6-E87A5911C0B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C4F58996-46CA-0AF9-1915-9AD17CE76F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9307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51CCA-1296-463B-ABE1-F2BA5A85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CF56F20-5BB0-85C6-281D-58597D7546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Exploratory Data Analysis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CCD106-BF1D-BBDD-76D8-1207C3464B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09905" y="4549552"/>
            <a:ext cx="5486400" cy="1645920"/>
          </a:xfrm>
        </p:spPr>
        <p:txBody>
          <a:bodyPr>
            <a:normAutofit/>
          </a:bodyPr>
          <a:lstStyle/>
          <a:p>
            <a:r>
              <a:rPr lang="en-US" dirty="0"/>
              <a:t>Key Findings</a:t>
            </a:r>
          </a:p>
        </p:txBody>
      </p:sp>
    </p:spTree>
    <p:extLst>
      <p:ext uri="{BB962C8B-B14F-4D97-AF65-F5344CB8AC3E}">
        <p14:creationId xmlns:p14="http://schemas.microsoft.com/office/powerpoint/2010/main" val="32961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84E34-042D-9F75-3EBF-6CA6209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D4F1A6-71E9-EB6B-D701-30DB1C98C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Key Findings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FB8742-5C94-EAE6-9DAF-1206B14C52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53765" y="2190270"/>
            <a:ext cx="6457361" cy="3700462"/>
          </a:xfrm>
        </p:spPr>
        <p:txBody>
          <a:bodyPr>
            <a:normAutofit/>
          </a:bodyPr>
          <a:lstStyle/>
          <a:p>
            <a:r>
              <a:rPr lang="en-US" dirty="0"/>
              <a:t>Moderate class imbalance: non-fraud claims outnumber fraud claims by roughly 3:1</a:t>
            </a:r>
          </a:p>
          <a:p>
            <a:r>
              <a:rPr lang="en-US" dirty="0"/>
              <a:t>Claim components (injury, property, vehicle) are right-skewed and highly correlated with </a:t>
            </a:r>
            <a:r>
              <a:rPr lang="en-US" dirty="0" err="1"/>
              <a:t>total_claim_amount</a:t>
            </a:r>
            <a:endParaRPr lang="en-US" dirty="0"/>
          </a:p>
          <a:p>
            <a:r>
              <a:rPr lang="en-US"/>
              <a:t>Fraud rates vary by incident type, severity, authorities contacted and geographic variables </a:t>
            </a:r>
          </a:p>
          <a:p>
            <a:r>
              <a:rPr lang="en-US"/>
              <a:t>Within incident severity “Major Damage” appears far more frequently among fraud “Y” cases than “N”</a:t>
            </a:r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A898BC-E0A6-9CD1-4D90-5C7DC19FA4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56C88FA-B09C-8145-2271-913ADD041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D260654-019C-AEE1-402C-1D06EB9F898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BE225CE-625D-C912-7FEA-5FF56118DB5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9D80FE4D-1B88-F36A-C60C-60C6BE68B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493" y="804861"/>
            <a:ext cx="2325910" cy="23636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0F2450-E69D-E1FB-49FE-AD6DC19D4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2466" y="3558214"/>
            <a:ext cx="3509913" cy="262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16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CFCB-79C3-59B3-E329-2827E2B59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948769-C0A6-004B-7DBB-8E890319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Key Findings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70D87A1-1D4D-5AAF-3FDC-E2D3FD586F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53765" y="2190270"/>
            <a:ext cx="6457361" cy="3700462"/>
          </a:xfrm>
        </p:spPr>
        <p:txBody>
          <a:bodyPr>
            <a:normAutofit/>
          </a:bodyPr>
          <a:lstStyle/>
          <a:p>
            <a:r>
              <a:rPr lang="en-US"/>
              <a:t>Moderate class imbalance: non-fraud claims outnumber fraud claims by roughly 3:1</a:t>
            </a:r>
          </a:p>
          <a:p>
            <a:r>
              <a:rPr lang="en-US"/>
              <a:t>Claim components (injury, property, vehicle) are right-skewed and highly correlated with total_claim_amount</a:t>
            </a:r>
          </a:p>
          <a:p>
            <a:r>
              <a:rPr lang="en-US"/>
              <a:t>Fraud </a:t>
            </a:r>
            <a:r>
              <a:rPr lang="en-US" dirty="0"/>
              <a:t>rates vary by incident type, severity, authorities contacted and geographic variables </a:t>
            </a:r>
          </a:p>
          <a:p>
            <a:r>
              <a:rPr lang="en-US" dirty="0"/>
              <a:t>Within incident severity “Major Damage” appears far more frequently among fraud “Y” cases than “N”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0E0B227-625D-D092-9CD2-E97EE4947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508DDF6-9981-2F11-83CD-769595DFC4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F6435DA1-C95C-C80D-9D44-D5CB85BFD2C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9388EE-AB02-136E-836B-A07A808F3E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768ECBB-4478-1B52-86D6-38A40F6CD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493" y="804861"/>
            <a:ext cx="2325910" cy="23636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65693F-F583-9DD7-A2A2-7450AE1B0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2466" y="3558214"/>
            <a:ext cx="3509913" cy="262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290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64CC1-BE6A-E7D2-1134-F797E452D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823806F-06E0-0A6E-E91B-35B473BCB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Modelling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9B312-C201-78DD-3154-22295E3D0B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09905" y="4549552"/>
            <a:ext cx="5486400" cy="1645920"/>
          </a:xfrm>
        </p:spPr>
        <p:txBody>
          <a:bodyPr>
            <a:normAutofit/>
          </a:bodyPr>
          <a:lstStyle/>
          <a:p>
            <a:r>
              <a:rPr lang="en-US" dirty="0"/>
              <a:t>Approach and final choice</a:t>
            </a:r>
          </a:p>
        </p:txBody>
      </p:sp>
    </p:spTree>
    <p:extLst>
      <p:ext uri="{BB962C8B-B14F-4D97-AF65-F5344CB8AC3E}">
        <p14:creationId xmlns:p14="http://schemas.microsoft.com/office/powerpoint/2010/main" val="3450888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B0C24-6F37-8E9B-9001-62B59AD2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75A38F-7C95-D155-E880-7CBCC795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Modelling approach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11D2D84-E6A1-F5D1-A100-0D5462C52A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59497" y="2253901"/>
            <a:ext cx="7810500" cy="3700462"/>
          </a:xfrm>
        </p:spPr>
        <p:txBody>
          <a:bodyPr>
            <a:normAutofit/>
          </a:bodyPr>
          <a:lstStyle/>
          <a:p>
            <a:r>
              <a:rPr lang="en-US" dirty="0"/>
              <a:t>Supervised binary classification: predict </a:t>
            </a:r>
            <a:r>
              <a:rPr lang="en-US" dirty="0" err="1"/>
              <a:t>fraud_reported</a:t>
            </a:r>
            <a:r>
              <a:rPr lang="en-US" dirty="0"/>
              <a:t> (fraud vs non-fraud)</a:t>
            </a:r>
          </a:p>
          <a:p>
            <a:r>
              <a:rPr lang="en-US" dirty="0"/>
              <a:t>Train/test split with stratification to preserve fraud ratio; 5-fold stratified cross-validation</a:t>
            </a:r>
          </a:p>
          <a:p>
            <a:r>
              <a:rPr lang="en-US" dirty="0"/>
              <a:t>Preprocessing via scikit-learn pipelines: imputation, scaling numeric features, one-hot encoding categorical features</a:t>
            </a:r>
          </a:p>
          <a:p>
            <a:r>
              <a:rPr lang="en-US" dirty="0"/>
              <a:t>Two main models: Logistic Regression (baseline) and Random Forest (non-linear ensemble)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FE111E6-EF21-3313-783E-57A2D5F64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C4D8628-B2B9-B4A3-C3C3-CA8CCA229F5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DF6B6A7-665E-5F4D-748B-9F73DA5A8B0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A6AA2DF1-4D91-12A8-CE44-74D04E91038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07925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B961B-4C8C-F7DC-ECB0-BD3FCDE79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8000530-808E-100C-F9D1-63E191D69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Modelling Performance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D60840-1AF9-24BA-8383-5517AA76D6B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34911" y="2290665"/>
            <a:ext cx="5891753" cy="1385789"/>
          </a:xfrm>
        </p:spPr>
        <p:txBody>
          <a:bodyPr>
            <a:noAutofit/>
          </a:bodyPr>
          <a:lstStyle/>
          <a:p>
            <a:r>
              <a:rPr lang="en-US" dirty="0"/>
              <a:t>Evaluation metrics: accuracy, precision, recall, F1-score and ROC AUC</a:t>
            </a:r>
          </a:p>
          <a:p>
            <a:r>
              <a:rPr lang="en-US" dirty="0"/>
              <a:t>Logistic regression better on accuracy, precision, recall, f1</a:t>
            </a:r>
          </a:p>
          <a:p>
            <a:r>
              <a:rPr lang="en-US" dirty="0"/>
              <a:t>Random Forest better based on ROC AUC 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F5B9F46-CE39-0AB7-CA20-520027A790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93C86F7-361C-D172-A487-977B5BF9F75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0263974-32CF-58E9-8052-32DAC2860100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82F0BF64-E931-106E-D27C-FEB107BFD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8028F62-1B5D-7814-145C-5D7073583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922" y="4720475"/>
            <a:ext cx="5153744" cy="847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DF34A6-1034-F22F-1696-6BEDE04B3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1801" y="405892"/>
            <a:ext cx="2885288" cy="2935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B71815-2555-D962-42A0-07C982D646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5417" y="3516858"/>
            <a:ext cx="2809537" cy="28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296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15D87-9359-5F1D-ACC2-C27B9458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64CEDB-7478-7A6E-60C9-E5FCE6FF1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Final Model Choice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54A10D-EFA2-6DA4-D888-A6927458CD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38606" y="2413254"/>
            <a:ext cx="7810500" cy="3700462"/>
          </a:xfrm>
        </p:spPr>
        <p:txBody>
          <a:bodyPr>
            <a:normAutofit/>
          </a:bodyPr>
          <a:lstStyle/>
          <a:p>
            <a:r>
              <a:rPr lang="en-US" dirty="0"/>
              <a:t>For all threshold-based metrics (accuracy, precision, recall, F1), Logistic Regression is much better.</a:t>
            </a:r>
          </a:p>
          <a:p>
            <a:r>
              <a:rPr lang="en-US" dirty="0"/>
              <a:t>In a fraud setting, recall and F1 are critical (catching fraud cases). </a:t>
            </a:r>
            <a:r>
              <a:rPr lang="en-US"/>
              <a:t>Logistic Regression recall (≈0.69) is far superior to Random Forest (≈0.29</a:t>
            </a:r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ADA7E5-8350-7452-30FC-FAF2D08C5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0A426353-2D84-A4B6-4C15-0C85807E226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1AB33C3-DAA8-DEE4-5511-B2157B13A43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F10A903-0BD5-E14A-D96E-A5352D7F4F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43543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277F3-FBE8-0487-5B81-50EC2FFEA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36C1659-417A-A810-9628-58DB0AA00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Limitations &amp; Future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66BFA-A829-AAF9-50AA-6A4FFED023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09905" y="4549552"/>
            <a:ext cx="5486400" cy="1645920"/>
          </a:xfrm>
        </p:spPr>
        <p:txBody>
          <a:bodyPr>
            <a:normAutofit/>
          </a:bodyPr>
          <a:lstStyle/>
          <a:p>
            <a:r>
              <a:rPr lang="en-US" dirty="0"/>
              <a:t>For consideration</a:t>
            </a:r>
          </a:p>
        </p:txBody>
      </p:sp>
    </p:spTree>
    <p:extLst>
      <p:ext uri="{BB962C8B-B14F-4D97-AF65-F5344CB8AC3E}">
        <p14:creationId xmlns:p14="http://schemas.microsoft.com/office/powerpoint/2010/main" val="2228953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0DEE-3F7D-A7F9-62A1-21007F77A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1A2B46-8C5A-0436-6EFE-FEC183D47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02FF97C-653D-87F2-22B9-AF2F4FB0DFA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4360" y="2413254"/>
            <a:ext cx="7810500" cy="3700462"/>
          </a:xfrm>
        </p:spPr>
        <p:txBody>
          <a:bodyPr>
            <a:normAutofit/>
          </a:bodyPr>
          <a:lstStyle/>
          <a:p>
            <a:r>
              <a:rPr lang="en-US" dirty="0"/>
              <a:t>Dataset size and representativeness may limit </a:t>
            </a:r>
            <a:r>
              <a:rPr lang="en-US" dirty="0" err="1"/>
              <a:t>generalisability</a:t>
            </a:r>
            <a:r>
              <a:rPr lang="en-US" dirty="0"/>
              <a:t> to all insurance portfolios.</a:t>
            </a:r>
          </a:p>
          <a:p>
            <a:r>
              <a:rPr lang="en-US" dirty="0"/>
              <a:t>Assumes fraud labels are correct; in reality there may be undetected fraud or </a:t>
            </a:r>
            <a:r>
              <a:rPr lang="en-US" dirty="0" err="1"/>
              <a:t>mislabelling</a:t>
            </a:r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F9F576-F3DF-8851-BFE5-E6EDE3726A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CBD5067-2FA3-1EC8-C9EE-27FB4699E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71F501C-7B78-1011-C319-E5CFEB07C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E75DEE7-CC8B-25FA-967D-376F9835E8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05443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3F476-56B0-051A-F51F-2E10F7547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7AA5CDD-F394-1E56-CB22-90D198076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962065-2232-F723-FF1A-58A9164098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86120" y="2309519"/>
            <a:ext cx="7810500" cy="3700462"/>
          </a:xfrm>
        </p:spPr>
        <p:txBody>
          <a:bodyPr>
            <a:normAutofit/>
          </a:bodyPr>
          <a:lstStyle/>
          <a:p>
            <a:r>
              <a:rPr lang="en-US" dirty="0"/>
              <a:t>Methodological improvements: Threshold tuning, cost-sensitive metrics, Feature engineering </a:t>
            </a:r>
          </a:p>
          <a:p>
            <a:r>
              <a:rPr lang="en-US" dirty="0"/>
              <a:t>Operational improvements: Deployment, monitoring, retraining</a:t>
            </a:r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E90F401-AECD-E983-F426-F1CF104FC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048898D-1413-6C98-D5F8-58EFC7AEE3D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0ED114A-4A07-5D49-5EE7-CB8D61E2A9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83E812E-BF9B-BE0C-F8A8-53FDC4104D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32844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59DC4-8B30-98A0-5BAB-C78BA4A4A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8408"/>
            <a:ext cx="10972800" cy="1574317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FB3A-B62C-3DAB-4FD1-B4EBDD650AE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5522" y="2676525"/>
            <a:ext cx="9604279" cy="359747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Prototype demonstrates a complete end-to-end fraud detection pipeline on insurance claims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EDA confirms that both claim amounts and contextual features (incident, geography, time) carry useful fraud signal.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Logistic Regression, with appropriate preprocessing, is selected as the final fraud-detection model because it provides the best balance of precision and recall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more data, business-specific cost modelling and threshold tuning, the solution can support real-world fraud management</a:t>
            </a:r>
          </a:p>
        </p:txBody>
      </p:sp>
    </p:spTree>
    <p:extLst>
      <p:ext uri="{BB962C8B-B14F-4D97-AF65-F5344CB8AC3E}">
        <p14:creationId xmlns:p14="http://schemas.microsoft.com/office/powerpoint/2010/main" val="1850768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60" y="4549552"/>
            <a:ext cx="5486400" cy="1645920"/>
          </a:xfrm>
        </p:spPr>
        <p:txBody>
          <a:bodyPr/>
          <a:lstStyle/>
          <a:p>
            <a:r>
              <a:rPr lang="en-US" dirty="0"/>
              <a:t>Anton du Plooy</a:t>
            </a:r>
          </a:p>
          <a:p>
            <a:r>
              <a:rPr lang="en-US" dirty="0"/>
              <a:t>Anton.duplooy@ninetyone.com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{B6D2DBBD-8A9B-4991-ACCA-A08728C6C1E0}TFd3b75063-ff25-434d-b12c-efeaf07d16c3292f62b5_win32-75a75c970d8e</Template>
  <TotalTime>41</TotalTime>
  <Words>632</Words>
  <Application>Microsoft Office PowerPoint</Application>
  <PresentationFormat>Widescreen</PresentationFormat>
  <Paragraphs>81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Franklin Gothic Book</vt:lpstr>
      <vt:lpstr>Franklin Gothic Demi</vt:lpstr>
      <vt:lpstr>Custom</vt:lpstr>
      <vt:lpstr>CapStone Individual Project Anton du Plooy</vt:lpstr>
      <vt:lpstr>Agenda</vt:lpstr>
      <vt:lpstr>Background &amp; Business Context</vt:lpstr>
      <vt:lpstr>Insurance industry in Africa</vt:lpstr>
      <vt:lpstr>Data Description &amp; Preparation</vt:lpstr>
      <vt:lpstr>Data Description &amp; Preparation</vt:lpstr>
      <vt:lpstr>Exploratory Data Analysis </vt:lpstr>
      <vt:lpstr>Key Findings</vt:lpstr>
      <vt:lpstr>Key Findings</vt:lpstr>
      <vt:lpstr>Modelling</vt:lpstr>
      <vt:lpstr>Modelling approach</vt:lpstr>
      <vt:lpstr>Modelling Performance</vt:lpstr>
      <vt:lpstr>Final Model Choice</vt:lpstr>
      <vt:lpstr>Limitations &amp; Future Work</vt:lpstr>
      <vt:lpstr>Limitations</vt:lpstr>
      <vt:lpstr>Future Work</vt:lpstr>
      <vt:lpstr>Conclusion</vt:lpstr>
      <vt:lpstr>Thank you</vt:lpstr>
    </vt:vector>
  </TitlesOfParts>
  <Company>Ninety 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du Plooy</dc:creator>
  <cp:lastModifiedBy>Anton du Plooy</cp:lastModifiedBy>
  <cp:revision>1</cp:revision>
  <dcterms:created xsi:type="dcterms:W3CDTF">2025-12-06T14:30:58Z</dcterms:created>
  <dcterms:modified xsi:type="dcterms:W3CDTF">2025-12-06T15:30:03Z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